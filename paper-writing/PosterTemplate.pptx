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7" r:id="rId5"/>
  </p:sldIdLst>
  <p:sldSz cx="43891200" cy="329184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692" kern="1200">
        <a:solidFill>
          <a:srgbClr val="000000"/>
        </a:solidFill>
        <a:latin typeface="Lucida Grande"/>
        <a:ea typeface="ヒラギノ角ゴ ProN W3"/>
        <a:cs typeface="ヒラギノ角ゴ ProN W3"/>
        <a:sym typeface="Lucida Grande"/>
      </a:defRPr>
    </a:lvl1pPr>
    <a:lvl2pPr marL="363851" indent="-12209" algn="l" rtl="0" fontAlgn="base">
      <a:spcBef>
        <a:spcPct val="0"/>
      </a:spcBef>
      <a:spcAft>
        <a:spcPct val="0"/>
      </a:spcAft>
      <a:defRPr sz="6692" kern="1200">
        <a:solidFill>
          <a:srgbClr val="000000"/>
        </a:solidFill>
        <a:latin typeface="Lucida Grande"/>
        <a:ea typeface="ヒラギノ角ゴ ProN W3"/>
        <a:cs typeface="ヒラギノ角ゴ ProN W3"/>
        <a:sym typeface="Lucida Grande"/>
      </a:defRPr>
    </a:lvl2pPr>
    <a:lvl3pPr marL="727701" indent="-24418" algn="l" rtl="0" fontAlgn="base">
      <a:spcBef>
        <a:spcPct val="0"/>
      </a:spcBef>
      <a:spcAft>
        <a:spcPct val="0"/>
      </a:spcAft>
      <a:defRPr sz="6692" kern="1200">
        <a:solidFill>
          <a:srgbClr val="000000"/>
        </a:solidFill>
        <a:latin typeface="Lucida Grande"/>
        <a:ea typeface="ヒラギノ角ゴ ProN W3"/>
        <a:cs typeface="ヒラギノ角ゴ ProN W3"/>
        <a:sym typeface="Lucida Grande"/>
      </a:defRPr>
    </a:lvl3pPr>
    <a:lvl4pPr marL="1091552" indent="-36631" algn="l" rtl="0" fontAlgn="base">
      <a:spcBef>
        <a:spcPct val="0"/>
      </a:spcBef>
      <a:spcAft>
        <a:spcPct val="0"/>
      </a:spcAft>
      <a:defRPr sz="6692" kern="1200">
        <a:solidFill>
          <a:srgbClr val="000000"/>
        </a:solidFill>
        <a:latin typeface="Lucida Grande"/>
        <a:ea typeface="ヒラギノ角ゴ ProN W3"/>
        <a:cs typeface="ヒラギノ角ゴ ProN W3"/>
        <a:sym typeface="Lucida Grande"/>
      </a:defRPr>
    </a:lvl4pPr>
    <a:lvl5pPr marL="1455403" indent="-48840" algn="l" rtl="0" fontAlgn="base">
      <a:spcBef>
        <a:spcPct val="0"/>
      </a:spcBef>
      <a:spcAft>
        <a:spcPct val="0"/>
      </a:spcAft>
      <a:defRPr sz="6692" kern="1200">
        <a:solidFill>
          <a:srgbClr val="000000"/>
        </a:solidFill>
        <a:latin typeface="Lucida Grande"/>
        <a:ea typeface="ヒラギノ角ゴ ProN W3"/>
        <a:cs typeface="ヒラギノ角ゴ ProN W3"/>
        <a:sym typeface="Lucida Grande"/>
      </a:defRPr>
    </a:lvl5pPr>
    <a:lvl6pPr marL="1758204" algn="l" defTabSz="703283" rtl="0" eaLnBrk="1" latinLnBrk="0" hangingPunct="1">
      <a:defRPr sz="6692" kern="1200">
        <a:solidFill>
          <a:srgbClr val="000000"/>
        </a:solidFill>
        <a:latin typeface="Lucida Grande"/>
        <a:ea typeface="ヒラギノ角ゴ ProN W3"/>
        <a:cs typeface="ヒラギノ角ゴ ProN W3"/>
        <a:sym typeface="Lucida Grande"/>
      </a:defRPr>
    </a:lvl6pPr>
    <a:lvl7pPr marL="2109846" algn="l" defTabSz="703283" rtl="0" eaLnBrk="1" latinLnBrk="0" hangingPunct="1">
      <a:defRPr sz="6692" kern="1200">
        <a:solidFill>
          <a:srgbClr val="000000"/>
        </a:solidFill>
        <a:latin typeface="Lucida Grande"/>
        <a:ea typeface="ヒラギノ角ゴ ProN W3"/>
        <a:cs typeface="ヒラギノ角ゴ ProN W3"/>
        <a:sym typeface="Lucida Grande"/>
      </a:defRPr>
    </a:lvl7pPr>
    <a:lvl8pPr marL="2461488" algn="l" defTabSz="703283" rtl="0" eaLnBrk="1" latinLnBrk="0" hangingPunct="1">
      <a:defRPr sz="6692" kern="1200">
        <a:solidFill>
          <a:srgbClr val="000000"/>
        </a:solidFill>
        <a:latin typeface="Lucida Grande"/>
        <a:ea typeface="ヒラギノ角ゴ ProN W3"/>
        <a:cs typeface="ヒラギノ角ゴ ProN W3"/>
        <a:sym typeface="Lucida Grande"/>
      </a:defRPr>
    </a:lvl8pPr>
    <a:lvl9pPr marL="2813125" algn="l" defTabSz="703283" rtl="0" eaLnBrk="1" latinLnBrk="0" hangingPunct="1">
      <a:defRPr sz="6692" kern="1200">
        <a:solidFill>
          <a:srgbClr val="000000"/>
        </a:solidFill>
        <a:latin typeface="Lucida Grande"/>
        <a:ea typeface="ヒラギノ角ゴ ProN W3"/>
        <a:cs typeface="ヒラギノ角ゴ ProN W3"/>
        <a:sym typeface="Lucida Grande"/>
      </a:defRPr>
    </a:lvl9pPr>
  </p:defaultTextStyle>
  <p:extLst>
    <p:ext uri="{EFAFB233-063F-42B5-8137-9DF3F51BA10A}">
      <p15:sldGuideLst xmlns:p15="http://schemas.microsoft.com/office/powerpoint/2012/main">
        <p15:guide id="1" orient="horz" pos="15072" userDrawn="1">
          <p15:clr>
            <a:srgbClr val="A4A3A4"/>
          </p15:clr>
        </p15:guide>
        <p15:guide id="2" pos="106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275B"/>
    <a:srgbClr val="E3BF42"/>
    <a:srgbClr val="C79900"/>
    <a:srgbClr val="1C1F60"/>
    <a:srgbClr val="532598"/>
    <a:srgbClr val="0000C8"/>
    <a:srgbClr val="3366FF"/>
    <a:srgbClr val="49A0DC"/>
    <a:srgbClr val="FF6600"/>
    <a:srgbClr val="CE38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4AB91-E04B-4345-F28F-3E6E1BB8E931}" v="14" dt="2026-05-21T16:11:00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0000" autoAdjust="0"/>
    <p:restoredTop sz="50000" autoAdjust="0"/>
  </p:normalViewPr>
  <p:slideViewPr>
    <p:cSldViewPr>
      <p:cViewPr varScale="1">
        <p:scale>
          <a:sx n="29" d="100"/>
          <a:sy n="29" d="100"/>
        </p:scale>
        <p:origin x="216" y="258"/>
      </p:cViewPr>
      <p:guideLst>
        <p:guide orient="horz" pos="15072"/>
        <p:guide pos="1069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21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Lucida Grande" charset="0"/>
                <a:ea typeface="ヒラギノ角ゴ ProN W3" charset="-128"/>
                <a:cs typeface="+mn-cs"/>
                <a:sym typeface="Lucida Grand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Lucida Grande" charset="0"/>
                <a:ea typeface="ヒラギノ角ゴ ProN W3" charset="-128"/>
                <a:cs typeface="+mn-cs"/>
                <a:sym typeface="Lucida Grande" charset="0"/>
              </a:defRPr>
            </a:lvl1pPr>
          </a:lstStyle>
          <a:p>
            <a:pPr>
              <a:defRPr/>
            </a:pPr>
            <a:fld id="{C321142B-4B94-4443-A30E-9B469AAD4375}" type="datetime1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Lucida Grande" charset="0"/>
                <a:ea typeface="ヒラギノ角ゴ ProN W3" charset="-128"/>
                <a:cs typeface="+mn-cs"/>
                <a:sym typeface="Lucida Grand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Lucida Grande" charset="0"/>
                <a:ea typeface="ヒラギノ角ゴ ProN W3" charset="-128"/>
                <a:cs typeface="+mn-cs"/>
                <a:sym typeface="Lucida Grande" charset="0"/>
              </a:defRPr>
            </a:lvl1pPr>
          </a:lstStyle>
          <a:p>
            <a:pPr>
              <a:defRPr/>
            </a:pPr>
            <a:fld id="{E40FE9CB-05B0-448A-85BE-CC395BDFB4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Lucida Grande" charset="0"/>
                <a:ea typeface="ヒラギノ角ゴ ProN W3" charset="-128"/>
                <a:cs typeface="+mn-cs"/>
                <a:sym typeface="Lucida Grand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Lucida Grande" charset="0"/>
                <a:ea typeface="ヒラギノ角ゴ ProN W3" charset="-128"/>
                <a:cs typeface="+mn-cs"/>
                <a:sym typeface="Lucida Grande" charset="0"/>
              </a:defRPr>
            </a:lvl1pPr>
          </a:lstStyle>
          <a:p>
            <a:pPr>
              <a:defRPr/>
            </a:pPr>
            <a:fld id="{E62EE7BF-E80C-4766-809F-CD97763DC6FC}" type="datetime1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Lucida Grande" charset="0"/>
                <a:ea typeface="ヒラギノ角ゴ ProN W3" charset="-128"/>
                <a:cs typeface="+mn-cs"/>
                <a:sym typeface="Lucida Grand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Lucida Grande" charset="0"/>
                <a:ea typeface="ヒラギノ角ゴ ProN W3" charset="-128"/>
                <a:cs typeface="+mn-cs"/>
                <a:sym typeface="Lucida Grande" charset="0"/>
              </a:defRPr>
            </a:lvl1pPr>
          </a:lstStyle>
          <a:p>
            <a:pPr>
              <a:defRPr/>
            </a:pPr>
            <a:fld id="{6D46832C-67A4-4F06-BDFB-1E53525187B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9345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363851" rtl="0" eaLnBrk="0" fontAlgn="base" hangingPunct="0">
      <a:spcBef>
        <a:spcPct val="30000"/>
      </a:spcBef>
      <a:spcAft>
        <a:spcPct val="0"/>
      </a:spcAft>
      <a:defRPr sz="769" kern="1200">
        <a:solidFill>
          <a:schemeClr val="tx1"/>
        </a:solidFill>
        <a:latin typeface="+mn-lt"/>
        <a:ea typeface="MS PGothic" pitchFamily="34" charset="-128"/>
        <a:cs typeface="ＭＳ Ｐゴシック" charset="-128"/>
      </a:defRPr>
    </a:lvl1pPr>
    <a:lvl2pPr marL="363851" algn="l" defTabSz="363851" rtl="0" eaLnBrk="0" fontAlgn="base" hangingPunct="0">
      <a:spcBef>
        <a:spcPct val="30000"/>
      </a:spcBef>
      <a:spcAft>
        <a:spcPct val="0"/>
      </a:spcAft>
      <a:defRPr sz="769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727701" algn="l" defTabSz="363851" rtl="0" eaLnBrk="0" fontAlgn="base" hangingPunct="0">
      <a:spcBef>
        <a:spcPct val="30000"/>
      </a:spcBef>
      <a:spcAft>
        <a:spcPct val="0"/>
      </a:spcAft>
      <a:defRPr sz="769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091552" algn="l" defTabSz="363851" rtl="0" eaLnBrk="0" fontAlgn="base" hangingPunct="0">
      <a:spcBef>
        <a:spcPct val="30000"/>
      </a:spcBef>
      <a:spcAft>
        <a:spcPct val="0"/>
      </a:spcAft>
      <a:defRPr sz="769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455403" algn="l" defTabSz="363851" rtl="0" eaLnBrk="0" fontAlgn="base" hangingPunct="0">
      <a:spcBef>
        <a:spcPct val="30000"/>
      </a:spcBef>
      <a:spcAft>
        <a:spcPct val="0"/>
      </a:spcAft>
      <a:defRPr sz="769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1819741" algn="l" defTabSz="363948" rtl="0" eaLnBrk="1" latinLnBrk="0" hangingPunct="1">
      <a:defRPr sz="769" kern="1200">
        <a:solidFill>
          <a:schemeClr val="tx1"/>
        </a:solidFill>
        <a:latin typeface="+mn-lt"/>
        <a:ea typeface="+mn-ea"/>
        <a:cs typeface="+mn-cs"/>
      </a:defRPr>
    </a:lvl6pPr>
    <a:lvl7pPr marL="2183689" algn="l" defTabSz="363948" rtl="0" eaLnBrk="1" latinLnBrk="0" hangingPunct="1">
      <a:defRPr sz="769" kern="1200">
        <a:solidFill>
          <a:schemeClr val="tx1"/>
        </a:solidFill>
        <a:latin typeface="+mn-lt"/>
        <a:ea typeface="+mn-ea"/>
        <a:cs typeface="+mn-cs"/>
      </a:defRPr>
    </a:lvl7pPr>
    <a:lvl8pPr marL="2547636" algn="l" defTabSz="363948" rtl="0" eaLnBrk="1" latinLnBrk="0" hangingPunct="1">
      <a:defRPr sz="769" kern="1200">
        <a:solidFill>
          <a:schemeClr val="tx1"/>
        </a:solidFill>
        <a:latin typeface="+mn-lt"/>
        <a:ea typeface="+mn-ea"/>
        <a:cs typeface="+mn-cs"/>
      </a:defRPr>
    </a:lvl8pPr>
    <a:lvl9pPr marL="2911587" algn="l" defTabSz="363948" rtl="0" eaLnBrk="1" latinLnBrk="0" hangingPunct="1">
      <a:defRPr sz="7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5556C-6BC3-DDB4-0F1A-3C619431D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869BF2BC-D254-FEDB-A161-D7DF6AC15B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202F7B46-49CE-62CC-269A-E176BC0C02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13A9941A-93E6-1C80-DE92-A2554DB08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1pPr>
            <a:lvl2pPr marL="742950" indent="-28575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2pPr>
            <a:lvl3pPr marL="11430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3pPr>
            <a:lvl4pPr marL="16002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4pPr>
            <a:lvl5pPr marL="20574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9pPr>
          </a:lstStyle>
          <a:p>
            <a:pPr eaLnBrk="1" hangingPunct="1"/>
            <a:fld id="{CFB37D0E-ECA0-44AE-8AB6-1DDBDBC2245C}" type="slidenum">
              <a:rPr lang="en-US" sz="1200" smtClean="0"/>
              <a:pPr eaLnBrk="1" hangingPunct="1"/>
              <a:t>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0058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5278"/>
            <a:ext cx="37307520" cy="70568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4"/>
            <a:ext cx="30723840" cy="8413052"/>
          </a:xfrm>
        </p:spPr>
        <p:txBody>
          <a:bodyPr/>
          <a:lstStyle>
            <a:lvl1pPr marL="0" indent="0" algn="ctr">
              <a:buNone/>
              <a:defRPr/>
            </a:lvl1pPr>
            <a:lvl2pPr marL="315450" indent="0" algn="ctr">
              <a:buNone/>
              <a:defRPr/>
            </a:lvl2pPr>
            <a:lvl3pPr marL="630899" indent="0" algn="ctr">
              <a:buNone/>
              <a:defRPr/>
            </a:lvl3pPr>
            <a:lvl4pPr marL="946352" indent="0" algn="ctr">
              <a:buNone/>
              <a:defRPr/>
            </a:lvl4pPr>
            <a:lvl5pPr marL="1261801" indent="0" algn="ctr">
              <a:buNone/>
              <a:defRPr/>
            </a:lvl5pPr>
            <a:lvl6pPr marL="1577251" indent="0" algn="ctr">
              <a:buNone/>
              <a:defRPr/>
            </a:lvl6pPr>
            <a:lvl7pPr marL="1892701" indent="0" algn="ctr">
              <a:buNone/>
              <a:defRPr/>
            </a:lvl7pPr>
            <a:lvl8pPr marL="2208150" indent="0" algn="ctr">
              <a:buNone/>
              <a:defRPr/>
            </a:lvl8pPr>
            <a:lvl9pPr marL="252360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B72EF7-6733-4FB8-8AF3-27464F8B4B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47843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B4B1F-A03B-4E3C-B9A8-030C2D0B04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61956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407" y="21153506"/>
            <a:ext cx="37307520" cy="6537389"/>
          </a:xfrm>
        </p:spPr>
        <p:txBody>
          <a:bodyPr anchor="t"/>
          <a:lstStyle>
            <a:lvl1pPr algn="l">
              <a:defRPr sz="2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407" y="13952601"/>
            <a:ext cx="37307520" cy="7200900"/>
          </a:xfrm>
        </p:spPr>
        <p:txBody>
          <a:bodyPr anchor="b"/>
          <a:lstStyle>
            <a:lvl1pPr marL="0" indent="0">
              <a:buNone/>
              <a:defRPr sz="1267"/>
            </a:lvl1pPr>
            <a:lvl2pPr marL="315450" indent="0">
              <a:buNone/>
              <a:defRPr sz="1267"/>
            </a:lvl2pPr>
            <a:lvl3pPr marL="630899" indent="0">
              <a:buNone/>
              <a:defRPr sz="1267"/>
            </a:lvl3pPr>
            <a:lvl4pPr marL="946352" indent="0">
              <a:buNone/>
              <a:defRPr sz="1000"/>
            </a:lvl4pPr>
            <a:lvl5pPr marL="1261801" indent="0">
              <a:buNone/>
              <a:defRPr sz="1000"/>
            </a:lvl5pPr>
            <a:lvl6pPr marL="1577251" indent="0">
              <a:buNone/>
              <a:defRPr sz="1000"/>
            </a:lvl6pPr>
            <a:lvl7pPr marL="1892701" indent="0">
              <a:buNone/>
              <a:defRPr sz="1000"/>
            </a:lvl7pPr>
            <a:lvl8pPr marL="2208150" indent="0">
              <a:buNone/>
              <a:defRPr sz="1000"/>
            </a:lvl8pPr>
            <a:lvl9pPr marL="25236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484F55-7DB1-4034-822F-6E69A4D0010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04814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12393" y="7679252"/>
            <a:ext cx="19842940" cy="25239155"/>
          </a:xfrm>
        </p:spPr>
        <p:txBody>
          <a:bodyPr/>
          <a:lstStyle>
            <a:lvl1pPr>
              <a:defRPr sz="1933"/>
            </a:lvl1pPr>
            <a:lvl2pPr>
              <a:defRPr sz="1600"/>
            </a:lvl2pPr>
            <a:lvl3pPr>
              <a:defRPr sz="1267"/>
            </a:lvl3pPr>
            <a:lvl4pPr>
              <a:defRPr sz="1267"/>
            </a:lvl4pPr>
            <a:lvl5pPr>
              <a:defRPr sz="1267"/>
            </a:lvl5pPr>
            <a:lvl6pPr>
              <a:defRPr sz="1267"/>
            </a:lvl6pPr>
            <a:lvl7pPr>
              <a:defRPr sz="1267"/>
            </a:lvl7pPr>
            <a:lvl8pPr>
              <a:defRPr sz="1267"/>
            </a:lvl8pPr>
            <a:lvl9pPr>
              <a:defRPr sz="1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187003" y="7679252"/>
            <a:ext cx="19842940" cy="25239155"/>
          </a:xfrm>
        </p:spPr>
        <p:txBody>
          <a:bodyPr/>
          <a:lstStyle>
            <a:lvl1pPr>
              <a:defRPr sz="1933"/>
            </a:lvl1pPr>
            <a:lvl2pPr>
              <a:defRPr sz="1600"/>
            </a:lvl2pPr>
            <a:lvl3pPr>
              <a:defRPr sz="1267"/>
            </a:lvl3pPr>
            <a:lvl4pPr>
              <a:defRPr sz="1267"/>
            </a:lvl4pPr>
            <a:lvl5pPr>
              <a:defRPr sz="1267"/>
            </a:lvl5pPr>
            <a:lvl6pPr>
              <a:defRPr sz="1267"/>
            </a:lvl6pPr>
            <a:lvl7pPr>
              <a:defRPr sz="1267"/>
            </a:lvl7pPr>
            <a:lvl8pPr>
              <a:defRPr sz="1267"/>
            </a:lvl8pPr>
            <a:lvl9pPr>
              <a:defRPr sz="1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FCDF2E-4904-40F1-B87D-B37E0BE26C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73162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451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5" y="7368925"/>
            <a:ext cx="19393052" cy="3070670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15450" indent="0">
              <a:buNone/>
              <a:defRPr sz="1267" b="1"/>
            </a:lvl2pPr>
            <a:lvl3pPr marL="630899" indent="0">
              <a:buNone/>
              <a:defRPr sz="1267" b="1"/>
            </a:lvl3pPr>
            <a:lvl4pPr marL="946352" indent="0">
              <a:buNone/>
              <a:defRPr sz="1267" b="1"/>
            </a:lvl4pPr>
            <a:lvl5pPr marL="1261801" indent="0">
              <a:buNone/>
              <a:defRPr sz="1267" b="1"/>
            </a:lvl5pPr>
            <a:lvl6pPr marL="1577251" indent="0">
              <a:buNone/>
              <a:defRPr sz="1267" b="1"/>
            </a:lvl6pPr>
            <a:lvl7pPr marL="1892701" indent="0">
              <a:buNone/>
              <a:defRPr sz="1267" b="1"/>
            </a:lvl7pPr>
            <a:lvl8pPr marL="2208150" indent="0">
              <a:buNone/>
              <a:defRPr sz="1267" b="1"/>
            </a:lvl8pPr>
            <a:lvl9pPr marL="2523603" indent="0">
              <a:buNone/>
              <a:defRPr sz="1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5" y="10439594"/>
            <a:ext cx="19393052" cy="18965799"/>
          </a:xfrm>
        </p:spPr>
        <p:txBody>
          <a:bodyPr/>
          <a:lstStyle>
            <a:lvl1pPr>
              <a:defRPr sz="1600"/>
            </a:lvl1pPr>
            <a:lvl2pPr>
              <a:defRPr sz="1267"/>
            </a:lvl2pPr>
            <a:lvl3pPr>
              <a:defRPr sz="1267"/>
            </a:lvl3pPr>
            <a:lvl4pPr>
              <a:defRPr sz="1267"/>
            </a:lvl4pPr>
            <a:lvl5pPr>
              <a:defRPr sz="1267"/>
            </a:lvl5pPr>
            <a:lvl6pPr>
              <a:defRPr sz="1267"/>
            </a:lvl6pPr>
            <a:lvl7pPr>
              <a:defRPr sz="1267"/>
            </a:lvl7pPr>
            <a:lvl8pPr>
              <a:defRPr sz="1267"/>
            </a:lvl8pPr>
            <a:lvl9pPr>
              <a:defRPr sz="1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734" y="7368925"/>
            <a:ext cx="19399911" cy="3070670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15450" indent="0">
              <a:buNone/>
              <a:defRPr sz="1267" b="1"/>
            </a:lvl2pPr>
            <a:lvl3pPr marL="630899" indent="0">
              <a:buNone/>
              <a:defRPr sz="1267" b="1"/>
            </a:lvl3pPr>
            <a:lvl4pPr marL="946352" indent="0">
              <a:buNone/>
              <a:defRPr sz="1267" b="1"/>
            </a:lvl4pPr>
            <a:lvl5pPr marL="1261801" indent="0">
              <a:buNone/>
              <a:defRPr sz="1267" b="1"/>
            </a:lvl5pPr>
            <a:lvl6pPr marL="1577251" indent="0">
              <a:buNone/>
              <a:defRPr sz="1267" b="1"/>
            </a:lvl6pPr>
            <a:lvl7pPr marL="1892701" indent="0">
              <a:buNone/>
              <a:defRPr sz="1267" b="1"/>
            </a:lvl7pPr>
            <a:lvl8pPr marL="2208150" indent="0">
              <a:buNone/>
              <a:defRPr sz="1267" b="1"/>
            </a:lvl8pPr>
            <a:lvl9pPr marL="2523603" indent="0">
              <a:buNone/>
              <a:defRPr sz="1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734" y="10439594"/>
            <a:ext cx="19399911" cy="18965799"/>
          </a:xfrm>
        </p:spPr>
        <p:txBody>
          <a:bodyPr/>
          <a:lstStyle>
            <a:lvl1pPr>
              <a:defRPr sz="1600"/>
            </a:lvl1pPr>
            <a:lvl2pPr>
              <a:defRPr sz="1267"/>
            </a:lvl2pPr>
            <a:lvl3pPr>
              <a:defRPr sz="1267"/>
            </a:lvl3pPr>
            <a:lvl4pPr>
              <a:defRPr sz="1267"/>
            </a:lvl4pPr>
            <a:lvl5pPr>
              <a:defRPr sz="1267"/>
            </a:lvl5pPr>
            <a:lvl6pPr>
              <a:defRPr sz="1267"/>
            </a:lvl6pPr>
            <a:lvl7pPr>
              <a:defRPr sz="1267"/>
            </a:lvl7pPr>
            <a:lvl8pPr>
              <a:defRPr sz="1267"/>
            </a:lvl8pPr>
            <a:lvl9pPr>
              <a:defRPr sz="1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2E8046-A782-48FE-BC6E-45AECE3B23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2899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F3020-9D84-4979-A0C7-CD766A91CB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38710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495FB-61D5-4E05-9BA4-201EDB4F9C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7306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09881"/>
            <a:ext cx="14440207" cy="5578983"/>
          </a:xfrm>
        </p:spPr>
        <p:txBody>
          <a:bodyPr anchor="b"/>
          <a:lstStyle>
            <a:lvl1pPr algn="l">
              <a:defRPr sz="12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089" y="1309882"/>
            <a:ext cx="24536553" cy="28095512"/>
          </a:xfrm>
        </p:spPr>
        <p:txBody>
          <a:bodyPr/>
          <a:lstStyle>
            <a:lvl1pPr>
              <a:defRPr sz="2267"/>
            </a:lvl1pPr>
            <a:lvl2pPr>
              <a:defRPr sz="1933"/>
            </a:lvl2pPr>
            <a:lvl3pPr>
              <a:defRPr sz="1600"/>
            </a:lvl3pPr>
            <a:lvl4pPr>
              <a:defRPr sz="1267"/>
            </a:lvl4pPr>
            <a:lvl5pPr>
              <a:defRPr sz="1267"/>
            </a:lvl5pPr>
            <a:lvl6pPr>
              <a:defRPr sz="1267"/>
            </a:lvl6pPr>
            <a:lvl7pPr>
              <a:defRPr sz="1267"/>
            </a:lvl7pPr>
            <a:lvl8pPr>
              <a:defRPr sz="1267"/>
            </a:lvl8pPr>
            <a:lvl9pPr>
              <a:defRPr sz="1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866"/>
            <a:ext cx="14440207" cy="22516529"/>
          </a:xfrm>
        </p:spPr>
        <p:txBody>
          <a:bodyPr/>
          <a:lstStyle>
            <a:lvl1pPr marL="0" indent="0">
              <a:buNone/>
              <a:defRPr sz="1000"/>
            </a:lvl1pPr>
            <a:lvl2pPr marL="315450" indent="0">
              <a:buNone/>
              <a:defRPr sz="667"/>
            </a:lvl2pPr>
            <a:lvl3pPr marL="630899" indent="0">
              <a:buNone/>
              <a:defRPr sz="667"/>
            </a:lvl3pPr>
            <a:lvl4pPr marL="946352" indent="0">
              <a:buNone/>
              <a:defRPr sz="667"/>
            </a:lvl4pPr>
            <a:lvl5pPr marL="1261801" indent="0">
              <a:buNone/>
              <a:defRPr sz="667"/>
            </a:lvl5pPr>
            <a:lvl6pPr marL="1577251" indent="0">
              <a:buNone/>
              <a:defRPr sz="667"/>
            </a:lvl6pPr>
            <a:lvl7pPr marL="1892701" indent="0">
              <a:buNone/>
              <a:defRPr sz="667"/>
            </a:lvl7pPr>
            <a:lvl8pPr marL="2208150" indent="0">
              <a:buNone/>
              <a:defRPr sz="667"/>
            </a:lvl8pPr>
            <a:lvl9pPr marL="2523603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BFA0-0B3F-4C16-92DB-470352E217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79340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73" y="23042884"/>
            <a:ext cx="26334720" cy="2720912"/>
          </a:xfrm>
        </p:spPr>
        <p:txBody>
          <a:bodyPr anchor="b"/>
          <a:lstStyle>
            <a:lvl1pPr algn="l">
              <a:defRPr sz="12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73" y="2942082"/>
            <a:ext cx="26334720" cy="19751040"/>
          </a:xfrm>
        </p:spPr>
        <p:txBody>
          <a:bodyPr/>
          <a:lstStyle>
            <a:lvl1pPr marL="0" indent="0">
              <a:buNone/>
              <a:defRPr sz="2267"/>
            </a:lvl1pPr>
            <a:lvl2pPr marL="315450" indent="0">
              <a:buNone/>
              <a:defRPr sz="1933"/>
            </a:lvl2pPr>
            <a:lvl3pPr marL="630899" indent="0">
              <a:buNone/>
              <a:defRPr sz="1600"/>
            </a:lvl3pPr>
            <a:lvl4pPr marL="946352" indent="0">
              <a:buNone/>
              <a:defRPr sz="1267"/>
            </a:lvl4pPr>
            <a:lvl5pPr marL="1261801" indent="0">
              <a:buNone/>
              <a:defRPr sz="1267"/>
            </a:lvl5pPr>
            <a:lvl6pPr marL="1577251" indent="0">
              <a:buNone/>
              <a:defRPr sz="1267"/>
            </a:lvl6pPr>
            <a:lvl7pPr marL="1892701" indent="0">
              <a:buNone/>
              <a:defRPr sz="1267"/>
            </a:lvl7pPr>
            <a:lvl8pPr marL="2208150" indent="0">
              <a:buNone/>
              <a:defRPr sz="1267"/>
            </a:lvl8pPr>
            <a:lvl9pPr marL="2523603" indent="0">
              <a:buNone/>
              <a:defRPr sz="1267"/>
            </a:lvl9pPr>
          </a:lstStyle>
          <a:p>
            <a:pPr lvl="0"/>
            <a:endParaRPr lang="en-US" noProof="0" dirty="0">
              <a:sym typeface="Lucida Grande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73" y="25763798"/>
            <a:ext cx="26334720" cy="3862769"/>
          </a:xfrm>
        </p:spPr>
        <p:txBody>
          <a:bodyPr/>
          <a:lstStyle>
            <a:lvl1pPr marL="0" indent="0">
              <a:buNone/>
              <a:defRPr sz="1000"/>
            </a:lvl1pPr>
            <a:lvl2pPr marL="315450" indent="0">
              <a:buNone/>
              <a:defRPr sz="667"/>
            </a:lvl2pPr>
            <a:lvl3pPr marL="630899" indent="0">
              <a:buNone/>
              <a:defRPr sz="667"/>
            </a:lvl3pPr>
            <a:lvl4pPr marL="946352" indent="0">
              <a:buNone/>
              <a:defRPr sz="667"/>
            </a:lvl4pPr>
            <a:lvl5pPr marL="1261801" indent="0">
              <a:buNone/>
              <a:defRPr sz="667"/>
            </a:lvl5pPr>
            <a:lvl6pPr marL="1577251" indent="0">
              <a:buNone/>
              <a:defRPr sz="667"/>
            </a:lvl6pPr>
            <a:lvl7pPr marL="1892701" indent="0">
              <a:buNone/>
              <a:defRPr sz="667"/>
            </a:lvl7pPr>
            <a:lvl8pPr marL="2208150" indent="0">
              <a:buNone/>
              <a:defRPr sz="667"/>
            </a:lvl8pPr>
            <a:lvl9pPr marL="2523603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C7C7B-F993-45E8-9F5E-842A6F6382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21353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0BD81E-BC5F-4892-B4B9-DB45D207AC8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15241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076241" y="440630"/>
            <a:ext cx="9953703" cy="3247777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12401" y="440630"/>
            <a:ext cx="29732172" cy="324777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8F28B-3C36-442B-BF7E-15C6A5365F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69170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212523" y="441324"/>
            <a:ext cx="39817220" cy="7240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49722" tIns="249722" rIns="479126" bIns="24972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Lucida Grande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12523" y="7678740"/>
            <a:ext cx="39817220" cy="2523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49722" tIns="249722" rIns="479126" bIns="2497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Lucida Grande"/>
              </a:rPr>
              <a:t>Click to edit Master text styles</a:t>
            </a:r>
          </a:p>
          <a:p>
            <a:pPr lvl="1"/>
            <a:r>
              <a:rPr lang="en-US">
                <a:sym typeface="Lucida Grande"/>
              </a:rPr>
              <a:t>Second level</a:t>
            </a:r>
          </a:p>
          <a:p>
            <a:pPr lvl="2"/>
            <a:r>
              <a:rPr lang="en-US">
                <a:sym typeface="Lucida Grande"/>
              </a:rPr>
              <a:t>Third level</a:t>
            </a:r>
          </a:p>
          <a:p>
            <a:pPr lvl="3"/>
            <a:r>
              <a:rPr lang="en-US">
                <a:sym typeface="Lucida Grande"/>
              </a:rPr>
              <a:t>Fourth level</a:t>
            </a:r>
          </a:p>
          <a:p>
            <a:pPr lvl="4"/>
            <a:r>
              <a:rPr lang="en-US">
                <a:sym typeface="Lucida Grande"/>
              </a:rPr>
              <a:t>Fifth level</a:t>
            </a:r>
          </a:p>
        </p:txBody>
      </p:sp>
      <p:sp>
        <p:nvSpPr>
          <p:cNvPr id="2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36250795" y="30660975"/>
            <a:ext cx="1234167" cy="14525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4629" tIns="47317" rIns="94629" bIns="47317" numCol="1" anchor="ctr" anchorCtr="0" compatLnSpc="1">
            <a:prstTxWarp prst="textNoShape">
              <a:avLst/>
            </a:prstTxWarp>
          </a:bodyPr>
          <a:lstStyle>
            <a:lvl1pPr algn="ctr">
              <a:defRPr sz="3867">
                <a:solidFill>
                  <a:srgbClr val="898989"/>
                </a:solidFill>
                <a:latin typeface="Lucida Grande" charset="0"/>
                <a:ea typeface="ヒラギノ角ゴ ProN W3" charset="-128"/>
                <a:cs typeface="+mn-cs"/>
                <a:sym typeface="Lucida Grande" charset="0"/>
              </a:defRPr>
            </a:lvl1pPr>
          </a:lstStyle>
          <a:p>
            <a:pPr>
              <a:defRPr/>
            </a:pPr>
            <a:fld id="{EA63B1CA-82B2-4F9D-A3C8-D088A4868A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marL="151333" indent="-151333" algn="ctr" rtl="0" eaLnBrk="0" fontAlgn="base" hangingPunct="0">
        <a:spcBef>
          <a:spcPct val="0"/>
        </a:spcBef>
        <a:spcAft>
          <a:spcPct val="0"/>
        </a:spcAft>
        <a:defRPr sz="14534">
          <a:solidFill>
            <a:schemeClr val="tx1"/>
          </a:solidFill>
          <a:latin typeface="+mj-lt"/>
          <a:ea typeface="+mj-ea"/>
          <a:cs typeface="+mj-cs"/>
          <a:sym typeface="Lucida Grande"/>
        </a:defRPr>
      </a:lvl1pPr>
      <a:lvl2pPr marL="151333" indent="-151333" algn="ctr" rtl="0" eaLnBrk="0" fontAlgn="base" hangingPunct="0">
        <a:spcBef>
          <a:spcPct val="0"/>
        </a:spcBef>
        <a:spcAft>
          <a:spcPct val="0"/>
        </a:spcAft>
        <a:defRPr sz="14534">
          <a:solidFill>
            <a:schemeClr val="tx1"/>
          </a:solidFill>
          <a:latin typeface="Lucida Grande" charset="0"/>
          <a:ea typeface="ヒラギノ角ゴ ProN W3" charset="-128"/>
          <a:cs typeface="ヒラギノ角ゴ ProN W3" charset="-128"/>
          <a:sym typeface="Lucida Grande"/>
        </a:defRPr>
      </a:lvl2pPr>
      <a:lvl3pPr marL="151333" indent="-151333" algn="ctr" rtl="0" eaLnBrk="0" fontAlgn="base" hangingPunct="0">
        <a:spcBef>
          <a:spcPct val="0"/>
        </a:spcBef>
        <a:spcAft>
          <a:spcPct val="0"/>
        </a:spcAft>
        <a:defRPr sz="14534">
          <a:solidFill>
            <a:schemeClr val="tx1"/>
          </a:solidFill>
          <a:latin typeface="Lucida Grande" charset="0"/>
          <a:ea typeface="ヒラギノ角ゴ ProN W3" charset="-128"/>
          <a:cs typeface="ヒラギノ角ゴ ProN W3" charset="-128"/>
          <a:sym typeface="Lucida Grande"/>
        </a:defRPr>
      </a:lvl3pPr>
      <a:lvl4pPr marL="151333" indent="-151333" algn="ctr" rtl="0" eaLnBrk="0" fontAlgn="base" hangingPunct="0">
        <a:spcBef>
          <a:spcPct val="0"/>
        </a:spcBef>
        <a:spcAft>
          <a:spcPct val="0"/>
        </a:spcAft>
        <a:defRPr sz="14534">
          <a:solidFill>
            <a:schemeClr val="tx1"/>
          </a:solidFill>
          <a:latin typeface="Lucida Grande" charset="0"/>
          <a:ea typeface="ヒラギノ角ゴ ProN W3" charset="-128"/>
          <a:cs typeface="ヒラギノ角ゴ ProN W3" charset="-128"/>
          <a:sym typeface="Lucida Grande"/>
        </a:defRPr>
      </a:lvl4pPr>
      <a:lvl5pPr marL="151333" indent="-151333" algn="ctr" rtl="0" eaLnBrk="0" fontAlgn="base" hangingPunct="0">
        <a:spcBef>
          <a:spcPct val="0"/>
        </a:spcBef>
        <a:spcAft>
          <a:spcPct val="0"/>
        </a:spcAft>
        <a:defRPr sz="14534">
          <a:solidFill>
            <a:schemeClr val="tx1"/>
          </a:solidFill>
          <a:latin typeface="Lucida Grande" charset="0"/>
          <a:ea typeface="ヒラギノ角ゴ ProN W3" charset="-128"/>
          <a:cs typeface="ヒラギノ角ゴ ProN W3" charset="-128"/>
          <a:sym typeface="Lucida Grande"/>
        </a:defRPr>
      </a:lvl5pPr>
      <a:lvl6pPr marL="467699" algn="ctr" rtl="0" fontAlgn="base">
        <a:spcBef>
          <a:spcPct val="0"/>
        </a:spcBef>
        <a:spcAft>
          <a:spcPct val="0"/>
        </a:spcAft>
        <a:defRPr sz="14534">
          <a:solidFill>
            <a:schemeClr val="tx1"/>
          </a:solidFill>
          <a:latin typeface="Lucida Grande" charset="0"/>
          <a:ea typeface="ヒラギノ角ゴ ProN W3" charset="-128"/>
          <a:cs typeface="ヒラギノ角ゴ ProN W3" charset="-128"/>
          <a:sym typeface="Lucida Grande" charset="0"/>
        </a:defRPr>
      </a:lvl6pPr>
      <a:lvl7pPr marL="783148" algn="ctr" rtl="0" fontAlgn="base">
        <a:spcBef>
          <a:spcPct val="0"/>
        </a:spcBef>
        <a:spcAft>
          <a:spcPct val="0"/>
        </a:spcAft>
        <a:defRPr sz="14534">
          <a:solidFill>
            <a:schemeClr val="tx1"/>
          </a:solidFill>
          <a:latin typeface="Lucida Grande" charset="0"/>
          <a:ea typeface="ヒラギノ角ゴ ProN W3" charset="-128"/>
          <a:cs typeface="ヒラギノ角ゴ ProN W3" charset="-128"/>
          <a:sym typeface="Lucida Grande" charset="0"/>
        </a:defRPr>
      </a:lvl7pPr>
      <a:lvl8pPr marL="1098598" algn="ctr" rtl="0" fontAlgn="base">
        <a:spcBef>
          <a:spcPct val="0"/>
        </a:spcBef>
        <a:spcAft>
          <a:spcPct val="0"/>
        </a:spcAft>
        <a:defRPr sz="14534">
          <a:solidFill>
            <a:schemeClr val="tx1"/>
          </a:solidFill>
          <a:latin typeface="Lucida Grande" charset="0"/>
          <a:ea typeface="ヒラギノ角ゴ ProN W3" charset="-128"/>
          <a:cs typeface="ヒラギノ角ゴ ProN W3" charset="-128"/>
          <a:sym typeface="Lucida Grande" charset="0"/>
        </a:defRPr>
      </a:lvl8pPr>
      <a:lvl9pPr marL="1414051" algn="ctr" rtl="0" fontAlgn="base">
        <a:spcBef>
          <a:spcPct val="0"/>
        </a:spcBef>
        <a:spcAft>
          <a:spcPct val="0"/>
        </a:spcAft>
        <a:defRPr sz="14534">
          <a:solidFill>
            <a:schemeClr val="tx1"/>
          </a:solidFill>
          <a:latin typeface="Lucida Grande" charset="0"/>
          <a:ea typeface="ヒラギノ角ゴ ProN W3" charset="-128"/>
          <a:cs typeface="ヒラギノ角ゴ ProN W3" charset="-128"/>
          <a:sym typeface="Lucida Grande" charset="0"/>
        </a:defRPr>
      </a:lvl9pPr>
    </p:titleStyle>
    <p:bodyStyle>
      <a:lvl1pPr marL="1406446" indent="-1242413" algn="l" rtl="0" eaLnBrk="0" fontAlgn="base" hangingPunct="0">
        <a:spcBef>
          <a:spcPts val="2625"/>
        </a:spcBef>
        <a:spcAft>
          <a:spcPct val="0"/>
        </a:spcAft>
        <a:buClr>
          <a:srgbClr val="000000"/>
        </a:buClr>
        <a:buSzPct val="100000"/>
        <a:buFont typeface="Arial" pitchFamily="34" charset="0"/>
        <a:buChar char="•"/>
        <a:defRPr sz="10667">
          <a:solidFill>
            <a:schemeClr val="tx1"/>
          </a:solidFill>
          <a:latin typeface="+mn-lt"/>
          <a:ea typeface="+mn-ea"/>
          <a:cs typeface="+mn-cs"/>
          <a:sym typeface="Lucida Grande"/>
        </a:defRPr>
      </a:lvl1pPr>
      <a:lvl2pPr marL="2692249" indent="-1036051" algn="l" rtl="0" eaLnBrk="0" fontAlgn="base" hangingPunct="0">
        <a:spcBef>
          <a:spcPts val="2276"/>
        </a:spcBef>
        <a:spcAft>
          <a:spcPct val="0"/>
        </a:spcAft>
        <a:buClr>
          <a:srgbClr val="000000"/>
        </a:buClr>
        <a:buSzPct val="100000"/>
        <a:buFont typeface="Arial" pitchFamily="34" charset="0"/>
        <a:buChar char="–"/>
        <a:defRPr sz="9334">
          <a:solidFill>
            <a:schemeClr val="tx1"/>
          </a:solidFill>
          <a:latin typeface="+mn-lt"/>
          <a:ea typeface="+mn-ea"/>
          <a:cs typeface="+mn-cs"/>
          <a:sym typeface="Lucida Grande"/>
        </a:defRPr>
      </a:lvl2pPr>
      <a:lvl3pPr marL="4143143" indent="-828628" algn="l" rtl="0" eaLnBrk="0" fontAlgn="base" hangingPunct="0">
        <a:spcBef>
          <a:spcPts val="2001"/>
        </a:spcBef>
        <a:spcAft>
          <a:spcPct val="0"/>
        </a:spcAft>
        <a:buClr>
          <a:srgbClr val="000000"/>
        </a:buClr>
        <a:buSzPct val="100000"/>
        <a:buFont typeface="Arial" pitchFamily="34" charset="0"/>
        <a:buChar char="•"/>
        <a:defRPr sz="8067">
          <a:solidFill>
            <a:schemeClr val="tx1"/>
          </a:solidFill>
          <a:latin typeface="+mn-lt"/>
          <a:ea typeface="+mn-ea"/>
          <a:cs typeface="+mn-cs"/>
          <a:sym typeface="Lucida Grande"/>
        </a:defRPr>
      </a:lvl3pPr>
      <a:lvl4pPr marL="5801455" indent="-828628" algn="l" rtl="0" eaLnBrk="0" fontAlgn="base" hangingPunct="0">
        <a:spcBef>
          <a:spcPts val="1659"/>
        </a:spcBef>
        <a:spcAft>
          <a:spcPct val="0"/>
        </a:spcAft>
        <a:buClr>
          <a:srgbClr val="000000"/>
        </a:buClr>
        <a:buSzPct val="100000"/>
        <a:buFont typeface="Arial" pitchFamily="34" charset="0"/>
        <a:buChar char="–"/>
        <a:defRPr sz="6467">
          <a:solidFill>
            <a:schemeClr val="tx1"/>
          </a:solidFill>
          <a:latin typeface="+mn-lt"/>
          <a:ea typeface="+mn-ea"/>
          <a:cs typeface="+mn-cs"/>
          <a:sym typeface="Lucida Grande"/>
        </a:defRPr>
      </a:lvl4pPr>
      <a:lvl5pPr marL="7459770" indent="-828628" algn="l" rtl="0" eaLnBrk="0" fontAlgn="base" hangingPunct="0">
        <a:spcBef>
          <a:spcPts val="1659"/>
        </a:spcBef>
        <a:spcAft>
          <a:spcPct val="0"/>
        </a:spcAft>
        <a:buClr>
          <a:srgbClr val="000000"/>
        </a:buClr>
        <a:buSzPct val="100000"/>
        <a:buFont typeface="Arial" pitchFamily="34" charset="0"/>
        <a:buChar char="»"/>
        <a:defRPr sz="6467">
          <a:solidFill>
            <a:schemeClr val="tx1"/>
          </a:solidFill>
          <a:latin typeface="+mn-lt"/>
          <a:ea typeface="+mn-ea"/>
          <a:cs typeface="+mn-cs"/>
          <a:sym typeface="Lucida Grande"/>
        </a:defRPr>
      </a:lvl5pPr>
      <a:lvl6pPr marL="7775629" indent="-829151" algn="l" rtl="0" fontAlgn="base">
        <a:spcBef>
          <a:spcPts val="1656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6467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6pPr>
      <a:lvl7pPr marL="8091079" indent="-829151" algn="l" rtl="0" fontAlgn="base">
        <a:spcBef>
          <a:spcPts val="1656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6467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7pPr>
      <a:lvl8pPr marL="8406529" indent="-829151" algn="l" rtl="0" fontAlgn="base">
        <a:spcBef>
          <a:spcPts val="1656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6467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8pPr>
      <a:lvl9pPr marL="8721978" indent="-829151" algn="l" rtl="0" fontAlgn="base">
        <a:spcBef>
          <a:spcPts val="1656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6467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9pPr>
    </p:bodyStyle>
    <p:otherStyle>
      <a:defPPr>
        <a:defRPr lang="en-US"/>
      </a:defPPr>
      <a:lvl1pPr marL="0" algn="l" defTabSz="315450" rtl="0" eaLnBrk="1" latinLnBrk="0" hangingPunct="1">
        <a:defRPr sz="1267" kern="1200">
          <a:solidFill>
            <a:schemeClr val="tx1"/>
          </a:solidFill>
          <a:latin typeface="+mn-lt"/>
          <a:ea typeface="+mn-ea"/>
          <a:cs typeface="+mn-cs"/>
        </a:defRPr>
      </a:lvl1pPr>
      <a:lvl2pPr marL="315450" algn="l" defTabSz="315450" rtl="0" eaLnBrk="1" latinLnBrk="0" hangingPunct="1"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630899" algn="l" defTabSz="315450" rtl="0" eaLnBrk="1" latinLnBrk="0" hangingPunct="1">
        <a:defRPr sz="1267" kern="1200">
          <a:solidFill>
            <a:schemeClr val="tx1"/>
          </a:solidFill>
          <a:latin typeface="+mn-lt"/>
          <a:ea typeface="+mn-ea"/>
          <a:cs typeface="+mn-cs"/>
        </a:defRPr>
      </a:lvl3pPr>
      <a:lvl4pPr marL="946352" algn="l" defTabSz="315450" rtl="0" eaLnBrk="1" latinLnBrk="0" hangingPunct="1">
        <a:defRPr sz="1267" kern="1200">
          <a:solidFill>
            <a:schemeClr val="tx1"/>
          </a:solidFill>
          <a:latin typeface="+mn-lt"/>
          <a:ea typeface="+mn-ea"/>
          <a:cs typeface="+mn-cs"/>
        </a:defRPr>
      </a:lvl4pPr>
      <a:lvl5pPr marL="1261801" algn="l" defTabSz="315450" rtl="0" eaLnBrk="1" latinLnBrk="0" hangingPunct="1">
        <a:defRPr sz="1267" kern="1200">
          <a:solidFill>
            <a:schemeClr val="tx1"/>
          </a:solidFill>
          <a:latin typeface="+mn-lt"/>
          <a:ea typeface="+mn-ea"/>
          <a:cs typeface="+mn-cs"/>
        </a:defRPr>
      </a:lvl5pPr>
      <a:lvl6pPr marL="1577251" algn="l" defTabSz="315450" rtl="0" eaLnBrk="1" latinLnBrk="0" hangingPunct="1">
        <a:defRPr sz="1267" kern="1200">
          <a:solidFill>
            <a:schemeClr val="tx1"/>
          </a:solidFill>
          <a:latin typeface="+mn-lt"/>
          <a:ea typeface="+mn-ea"/>
          <a:cs typeface="+mn-cs"/>
        </a:defRPr>
      </a:lvl6pPr>
      <a:lvl7pPr marL="1892701" algn="l" defTabSz="315450" rtl="0" eaLnBrk="1" latinLnBrk="0" hangingPunct="1">
        <a:defRPr sz="1267" kern="1200">
          <a:solidFill>
            <a:schemeClr val="tx1"/>
          </a:solidFill>
          <a:latin typeface="+mn-lt"/>
          <a:ea typeface="+mn-ea"/>
          <a:cs typeface="+mn-cs"/>
        </a:defRPr>
      </a:lvl7pPr>
      <a:lvl8pPr marL="2208150" algn="l" defTabSz="315450" rtl="0" eaLnBrk="1" latinLnBrk="0" hangingPunct="1">
        <a:defRPr sz="1267" kern="1200">
          <a:solidFill>
            <a:schemeClr val="tx1"/>
          </a:solidFill>
          <a:latin typeface="+mn-lt"/>
          <a:ea typeface="+mn-ea"/>
          <a:cs typeface="+mn-cs"/>
        </a:defRPr>
      </a:lvl8pPr>
      <a:lvl9pPr marL="2523603" algn="l" defTabSz="315450" rtl="0" eaLnBrk="1" latinLnBrk="0" hangingPunct="1">
        <a:defRPr sz="12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37062-BB81-C305-AD9B-F2D22F90F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45">
            <a:extLst>
              <a:ext uri="{FF2B5EF4-FFF2-40B4-BE49-F238E27FC236}">
                <a16:creationId xmlns:a16="http://schemas.microsoft.com/office/drawing/2014/main" id="{811CEE77-1963-81D6-A2AC-A42D3F317C17}"/>
              </a:ext>
            </a:extLst>
          </p:cNvPr>
          <p:cNvSpPr/>
          <p:nvPr/>
        </p:nvSpPr>
        <p:spPr>
          <a:xfrm>
            <a:off x="-21234" y="-16015"/>
            <a:ext cx="43891200" cy="3700802"/>
          </a:xfrm>
          <a:prstGeom prst="rect">
            <a:avLst/>
          </a:prstGeom>
          <a:solidFill>
            <a:srgbClr val="3927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62">
              <a:solidFill>
                <a:srgbClr val="1C1F60"/>
              </a:solidFill>
            </a:endParaRPr>
          </a:p>
        </p:txBody>
      </p:sp>
      <p:sp>
        <p:nvSpPr>
          <p:cNvPr id="2064" name="Rectangle 7">
            <a:extLst>
              <a:ext uri="{FF2B5EF4-FFF2-40B4-BE49-F238E27FC236}">
                <a16:creationId xmlns:a16="http://schemas.microsoft.com/office/drawing/2014/main" id="{8114A2C5-A72F-B9A5-3D20-0E21F7F0836B}"/>
              </a:ext>
            </a:extLst>
          </p:cNvPr>
          <p:cNvSpPr>
            <a:spLocks/>
          </p:cNvSpPr>
          <p:nvPr/>
        </p:nvSpPr>
        <p:spPr bwMode="auto">
          <a:xfrm>
            <a:off x="9271083" y="324295"/>
            <a:ext cx="26845403" cy="1444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960" bIns="0" anchor="t"/>
          <a:lstStyle/>
          <a:p>
            <a:pPr marL="24130" algn="ctr"/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Towards Data Driven Feedback for Cortical Activity</a:t>
            </a:r>
            <a:endParaRPr lang="en-US" sz="6692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65" name="Rectangle 8">
            <a:extLst>
              <a:ext uri="{FF2B5EF4-FFF2-40B4-BE49-F238E27FC236}">
                <a16:creationId xmlns:a16="http://schemas.microsoft.com/office/drawing/2014/main" id="{6D90F8C8-0B70-AD66-CFAE-F4A04D38E6EE}"/>
              </a:ext>
            </a:extLst>
          </p:cNvPr>
          <p:cNvSpPr>
            <a:spLocks/>
          </p:cNvSpPr>
          <p:nvPr/>
        </p:nvSpPr>
        <p:spPr bwMode="auto">
          <a:xfrm>
            <a:off x="452913" y="4187317"/>
            <a:ext cx="11900851" cy="899186"/>
          </a:xfrm>
          <a:prstGeom prst="roundRect">
            <a:avLst/>
          </a:prstGeom>
          <a:solidFill>
            <a:srgbClr val="39275B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lIns="0" tIns="0" rIns="25960" bIns="0" anchor="ctr"/>
          <a:lstStyle/>
          <a:p>
            <a:pPr marL="24130" algn="ctr"/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  <a:sym typeface="Verdana" pitchFamily="34" charset="0"/>
              </a:rPr>
              <a:t>Preliminary System Analysis </a:t>
            </a:r>
            <a:endParaRPr lang="en-US" sz="6692" dirty="0"/>
          </a:p>
        </p:txBody>
      </p:sp>
      <p:sp>
        <p:nvSpPr>
          <p:cNvPr id="2141" name="Text Box 125">
            <a:extLst>
              <a:ext uri="{FF2B5EF4-FFF2-40B4-BE49-F238E27FC236}">
                <a16:creationId xmlns:a16="http://schemas.microsoft.com/office/drawing/2014/main" id="{8FE5D5B8-E39C-831D-96C8-8CF5D7525F6D}"/>
              </a:ext>
            </a:extLst>
          </p:cNvPr>
          <p:cNvSpPr txBox="1">
            <a:spLocks/>
          </p:cNvSpPr>
          <p:nvPr/>
        </p:nvSpPr>
        <p:spPr bwMode="auto">
          <a:xfrm>
            <a:off x="431665" y="5436995"/>
            <a:ext cx="7407698" cy="50475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60953" tIns="30476" rIns="60953" bIns="30476" anchor="t">
            <a:spAutoFit/>
          </a:bodyPr>
          <a:lstStyle>
            <a:lvl1pPr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1pPr>
            <a:lvl2pPr marL="742950" indent="-28575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2pPr>
            <a:lvl3pPr marL="11430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3pPr>
            <a:lvl4pPr marL="16002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4pPr>
            <a:lvl5pPr marL="20574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9pPr>
          </a:lstStyle>
          <a:p>
            <a:pPr marL="571500" indent="-571500" algn="just">
              <a:buFont typeface="Arial"/>
              <a:buChar char="•"/>
            </a:pPr>
            <a:r>
              <a:rPr lang="en-US" sz="3600" dirty="0">
                <a:latin typeface="Calibri"/>
                <a:ea typeface="Verdana"/>
                <a:cs typeface="Calibri"/>
              </a:rPr>
              <a:t>Optogenetic stimulation and high dimensional WF imaging  provides a system level view of the brain. </a:t>
            </a:r>
          </a:p>
          <a:p>
            <a:pPr algn="just"/>
            <a:endParaRPr lang="en-US" sz="3600" dirty="0">
              <a:latin typeface="Verdana"/>
              <a:ea typeface="Verdana"/>
              <a:cs typeface="Calibri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3600" dirty="0">
                <a:latin typeface="Calibri"/>
                <a:ea typeface="Calibri"/>
                <a:cs typeface="Calibri"/>
              </a:rPr>
              <a:t>Using Control Theoretic tools for this system we design a control policy which can statistically show </a:t>
            </a:r>
            <a:r>
              <a:rPr lang="en-US" sz="3600" dirty="0" err="1">
                <a:latin typeface="Calibri"/>
                <a:ea typeface="Calibri"/>
                <a:cs typeface="Calibri"/>
              </a:rPr>
              <a:t>regulariz</a:t>
            </a:r>
            <a:r>
              <a:rPr lang="en-US" sz="3600" dirty="0">
                <a:latin typeface="Calibri"/>
                <a:ea typeface="Calibri"/>
                <a:cs typeface="Calibri"/>
              </a:rPr>
              <a:t>-ability of cortical dynamics.</a:t>
            </a:r>
            <a:endParaRPr lang="en-US" sz="3600" dirty="0">
              <a:latin typeface="Calibri"/>
              <a:ea typeface="Verdana"/>
              <a:cs typeface="Calibri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2A7DE047-6512-0DD2-CA62-64E454CDA5EC}"/>
              </a:ext>
            </a:extLst>
          </p:cNvPr>
          <p:cNvSpPr>
            <a:spLocks/>
          </p:cNvSpPr>
          <p:nvPr/>
        </p:nvSpPr>
        <p:spPr bwMode="auto">
          <a:xfrm>
            <a:off x="28708121" y="4215135"/>
            <a:ext cx="14616122" cy="899186"/>
          </a:xfrm>
          <a:prstGeom prst="roundRect">
            <a:avLst/>
          </a:prstGeom>
          <a:solidFill>
            <a:srgbClr val="39275B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lIns="0" tIns="0" rIns="25960" bIns="0" anchor="ctr"/>
          <a:lstStyle/>
          <a:p>
            <a:pPr marL="24130" algn="ctr"/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  <a:sym typeface="Verdana" pitchFamily="34" charset="0"/>
              </a:rPr>
              <a:t>Results</a:t>
            </a:r>
            <a:endParaRPr lang="en-US" dirty="0"/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FC519DB6-05AE-6F4E-A9EE-1AAEE3EE6A93}"/>
              </a:ext>
            </a:extLst>
          </p:cNvPr>
          <p:cNvSpPr>
            <a:spLocks/>
          </p:cNvSpPr>
          <p:nvPr/>
        </p:nvSpPr>
        <p:spPr bwMode="auto">
          <a:xfrm>
            <a:off x="13041336" y="4210685"/>
            <a:ext cx="15055665" cy="899186"/>
          </a:xfrm>
          <a:prstGeom prst="roundRect">
            <a:avLst/>
          </a:prstGeom>
          <a:solidFill>
            <a:srgbClr val="39275B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lIns="0" tIns="0" rIns="25960" bIns="0" anchor="ctr"/>
          <a:lstStyle/>
          <a:p>
            <a:pPr marL="24130" algn="ctr"/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  <a:sym typeface="Verdana" pitchFamily="34" charset="0"/>
              </a:rPr>
              <a:t>System Design</a:t>
            </a:r>
            <a:endParaRPr lang="en-US" dirty="0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E5F1A25E-E7D0-366C-0270-FA7217B85756}"/>
              </a:ext>
            </a:extLst>
          </p:cNvPr>
          <p:cNvSpPr>
            <a:spLocks/>
          </p:cNvSpPr>
          <p:nvPr/>
        </p:nvSpPr>
        <p:spPr bwMode="auto">
          <a:xfrm>
            <a:off x="721312" y="17849242"/>
            <a:ext cx="11900851" cy="899186"/>
          </a:xfrm>
          <a:prstGeom prst="roundRect">
            <a:avLst/>
          </a:prstGeom>
          <a:solidFill>
            <a:srgbClr val="39275B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lIns="0" tIns="0" rIns="25960" bIns="0" anchor="ctr"/>
          <a:lstStyle/>
          <a:p>
            <a:pPr marL="24130" algn="ctr"/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  <a:sym typeface="Verdana" pitchFamily="34" charset="0"/>
              </a:rPr>
              <a:t>Experiment</a:t>
            </a:r>
            <a:endParaRPr lang="en-US" dirty="0"/>
          </a:p>
        </p:txBody>
      </p:sp>
      <p:sp>
        <p:nvSpPr>
          <p:cNvPr id="24" name="Text Box 125">
            <a:extLst>
              <a:ext uri="{FF2B5EF4-FFF2-40B4-BE49-F238E27FC236}">
                <a16:creationId xmlns:a16="http://schemas.microsoft.com/office/drawing/2014/main" id="{A6E0EA2C-67AB-CF3E-4DA7-D873A5861CFA}"/>
              </a:ext>
            </a:extLst>
          </p:cNvPr>
          <p:cNvSpPr txBox="1">
            <a:spLocks/>
          </p:cNvSpPr>
          <p:nvPr/>
        </p:nvSpPr>
        <p:spPr bwMode="auto">
          <a:xfrm>
            <a:off x="771548" y="19093272"/>
            <a:ext cx="11875451" cy="44935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60953" tIns="30476" rIns="60953" bIns="30476" anchor="t">
            <a:spAutoFit/>
          </a:bodyPr>
          <a:lstStyle>
            <a:lvl1pPr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1pPr>
            <a:lvl2pPr marL="742950" indent="-28575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2pPr>
            <a:lvl3pPr marL="11430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3pPr>
            <a:lvl4pPr marL="16002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4pPr>
            <a:lvl5pPr marL="20574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9pPr>
          </a:lstStyle>
          <a:p>
            <a:pPr marL="571500" indent="-571500">
              <a:buFont typeface="Arial"/>
              <a:buChar char="•"/>
            </a:pPr>
            <a:r>
              <a:rPr lang="en-US" sz="3600" dirty="0">
                <a:latin typeface="Calibri"/>
                <a:cs typeface="Calibri"/>
              </a:rPr>
              <a:t>System output is measured at a fixed location on the cortex using spatial average of WF image</a:t>
            </a:r>
            <a:endParaRPr lang="en-US" dirty="0"/>
          </a:p>
          <a:p>
            <a:pPr marL="571500" indent="-571500">
              <a:buFont typeface="Arial"/>
              <a:buChar char="•"/>
            </a:pPr>
            <a:r>
              <a:rPr lang="en-US" sz="3600" dirty="0">
                <a:latin typeface="Calibri"/>
                <a:cs typeface="Calibri"/>
              </a:rPr>
              <a:t>Single input to the system is the intensity of the laser applied at a fixed region</a:t>
            </a: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latin typeface="Calibri"/>
                <a:cs typeface="Calibri"/>
              </a:rPr>
              <a:t>Trial is defined as 3sec window where reference signal is      –5% </a:t>
            </a:r>
            <a:r>
              <a:rPr lang="en-US" sz="3600" dirty="0" err="1">
                <a:latin typeface="Calibri"/>
                <a:cs typeface="Calibri"/>
              </a:rPr>
              <a:t>dF</a:t>
            </a:r>
            <a:r>
              <a:rPr lang="en-US" sz="3600" dirty="0">
                <a:latin typeface="Calibri"/>
                <a:cs typeface="Calibri"/>
              </a:rPr>
              <a:t>/F</a:t>
            </a:r>
          </a:p>
          <a:p>
            <a:pPr marL="571500" indent="-571500">
              <a:buFont typeface="Arial"/>
              <a:buChar char="•"/>
            </a:pPr>
            <a:endParaRPr lang="en-US" sz="3600" dirty="0">
              <a:latin typeface="Calibri"/>
              <a:cs typeface="Calibri"/>
            </a:endParaRPr>
          </a:p>
          <a:p>
            <a:endParaRPr lang="en-US" sz="3600" dirty="0">
              <a:latin typeface="Calibri"/>
              <a:cs typeface="Calibri"/>
            </a:endParaRPr>
          </a:p>
        </p:txBody>
      </p:sp>
      <p:sp>
        <p:nvSpPr>
          <p:cNvPr id="25" name="Text Box 125">
            <a:extLst>
              <a:ext uri="{FF2B5EF4-FFF2-40B4-BE49-F238E27FC236}">
                <a16:creationId xmlns:a16="http://schemas.microsoft.com/office/drawing/2014/main" id="{819BBD3D-F2F0-FE33-28CF-1B0A73C99307}"/>
              </a:ext>
            </a:extLst>
          </p:cNvPr>
          <p:cNvSpPr txBox="1">
            <a:spLocks/>
          </p:cNvSpPr>
          <p:nvPr/>
        </p:nvSpPr>
        <p:spPr bwMode="auto">
          <a:xfrm>
            <a:off x="13084326" y="5424623"/>
            <a:ext cx="15015175" cy="56015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60953" tIns="30476" rIns="60953" bIns="30476" anchor="t">
            <a:spAutoFit/>
          </a:bodyPr>
          <a:lstStyle>
            <a:lvl1pPr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1pPr>
            <a:lvl2pPr marL="742950" indent="-28575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2pPr>
            <a:lvl3pPr marL="11430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3pPr>
            <a:lvl4pPr marL="16002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4pPr>
            <a:lvl5pPr marL="20574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9pPr>
          </a:lstStyle>
          <a:p>
            <a:pPr algn="just"/>
            <a:r>
              <a:rPr lang="en-US" sz="3600" dirty="0">
                <a:latin typeface="Calibri"/>
                <a:ea typeface="Verdana"/>
                <a:cs typeface="Calibri"/>
              </a:rPr>
              <a:t>We assume a Linear parameter varying model exists for the latent cortical states which approximates the true non-linear dynamics :</a:t>
            </a:r>
            <a:endParaRPr lang="en-US" dirty="0"/>
          </a:p>
          <a:p>
            <a:pPr algn="just"/>
            <a:r>
              <a:rPr lang="en-US" sz="3600" b="1" dirty="0">
                <a:latin typeface="Calibri"/>
                <a:ea typeface="Verdana"/>
                <a:cs typeface="Calibri"/>
              </a:rPr>
              <a:t>Assumptions:</a:t>
            </a:r>
            <a:endParaRPr lang="en-US" sz="36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3600" dirty="0">
                <a:latin typeface="Calibri"/>
                <a:ea typeface="Verdana"/>
                <a:cs typeface="Calibri"/>
              </a:rPr>
              <a:t>Parameter varying Linear Dynamics</a:t>
            </a:r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3600" dirty="0">
                <a:latin typeface="Calibri"/>
                <a:ea typeface="Verdana"/>
                <a:cs typeface="Calibri"/>
              </a:rPr>
              <a:t>Stationary dynamics explain the trial averaged responses</a:t>
            </a:r>
          </a:p>
          <a:p>
            <a:pPr marL="571500" indent="-571500" algn="just">
              <a:buFont typeface="Arial"/>
              <a:buChar char="•"/>
            </a:pPr>
            <a:r>
              <a:rPr lang="en-US" sz="3600" dirty="0">
                <a:latin typeface="Calibri"/>
                <a:ea typeface="Verdana"/>
                <a:cs typeface="Calibri"/>
              </a:rPr>
              <a:t>Exogenous inputs and disturbances are stationary</a:t>
            </a:r>
            <a:endParaRPr lang="en-US" sz="3600" dirty="0" err="1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algn="just" eaLnBrk="1" hangingPunct="1"/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Box 125">
            <a:extLst>
              <a:ext uri="{FF2B5EF4-FFF2-40B4-BE49-F238E27FC236}">
                <a16:creationId xmlns:a16="http://schemas.microsoft.com/office/drawing/2014/main" id="{618908CA-782F-B110-C444-1FED938A3A4A}"/>
              </a:ext>
            </a:extLst>
          </p:cNvPr>
          <p:cNvSpPr txBox="1">
            <a:spLocks/>
          </p:cNvSpPr>
          <p:nvPr/>
        </p:nvSpPr>
        <p:spPr bwMode="auto">
          <a:xfrm>
            <a:off x="28708121" y="5411085"/>
            <a:ext cx="14616122" cy="28315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60953" tIns="30476" rIns="60953" bIns="30476" anchor="t">
            <a:spAutoFit/>
          </a:bodyPr>
          <a:lstStyle>
            <a:lvl1pPr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1pPr>
            <a:lvl2pPr marL="742950" indent="-28575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2pPr>
            <a:lvl3pPr marL="11430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3pPr>
            <a:lvl4pPr marL="16002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4pPr>
            <a:lvl5pPr marL="20574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9pPr>
          </a:lstStyle>
          <a:p>
            <a:pPr defTabSz="471488"/>
            <a:r>
              <a:rPr lang="en-US" sz="3600" dirty="0">
                <a:latin typeface="Calibri"/>
                <a:ea typeface="Arial" charset="0"/>
                <a:cs typeface="Calibri"/>
              </a:rPr>
              <a:t>Objective: Demonstrate signal tracking across trials using the PI </a:t>
            </a:r>
            <a:r>
              <a:rPr lang="en-US" sz="3600">
                <a:latin typeface="Calibri"/>
                <a:ea typeface="Arial" charset="0"/>
                <a:cs typeface="Calibri"/>
              </a:rPr>
              <a:t>controller</a:t>
            </a:r>
            <a:endParaRPr lang="en-US" sz="3600" dirty="0"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  <a:p>
            <a:pPr marL="571500" indent="-571500" defTabSz="471488">
              <a:buFont typeface="Arial"/>
              <a:buChar char="•"/>
            </a:pPr>
            <a:r>
              <a:rPr lang="en-US" sz="3600" dirty="0">
                <a:latin typeface="Calibri"/>
                <a:ea typeface="Arial" charset="0"/>
                <a:cs typeface="Calibri"/>
              </a:rPr>
              <a:t>Reference signal tracking is improved due to feedback signal begin able to perform disturbance rejection and nonlinear compensation </a:t>
            </a:r>
            <a:endParaRPr lang="en-US" sz="3600" dirty="0"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  <a:p>
            <a:pPr defTabSz="471488"/>
            <a:endParaRPr lang="en-US" sz="3600" dirty="0"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  <a:p>
            <a:pPr defTabSz="471488"/>
            <a:endParaRPr lang="en-US" sz="3600" dirty="0"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6E609F-CCB7-59E6-73E8-74E2C6132D96}"/>
              </a:ext>
            </a:extLst>
          </p:cNvPr>
          <p:cNvSpPr txBox="1"/>
          <p:nvPr/>
        </p:nvSpPr>
        <p:spPr>
          <a:xfrm>
            <a:off x="34440912" y="33542845"/>
            <a:ext cx="8964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Optional section, list as appropriate</a:t>
            </a:r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25EEC61B-60D1-3A98-EEE7-596F0DEE9C5D}"/>
              </a:ext>
            </a:extLst>
          </p:cNvPr>
          <p:cNvSpPr>
            <a:spLocks/>
          </p:cNvSpPr>
          <p:nvPr/>
        </p:nvSpPr>
        <p:spPr bwMode="auto">
          <a:xfrm>
            <a:off x="8852292" y="2160435"/>
            <a:ext cx="26845403" cy="104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960" bIns="0" anchor="t"/>
          <a:lstStyle/>
          <a:p>
            <a:pPr marL="24130" algn="ctr"/>
            <a:r>
              <a:rPr lang="en-US" sz="3600" dirty="0">
                <a:solidFill>
                  <a:srgbClr val="BFBFBF"/>
                </a:solidFill>
                <a:latin typeface="Arial"/>
                <a:cs typeface="Arial"/>
                <a:sym typeface="Verdana" pitchFamily="34" charset="0"/>
              </a:rPr>
              <a:t>Aditya Deole,</a:t>
            </a:r>
            <a:r>
              <a:rPr lang="en-US" sz="2400" baseline="30000" dirty="0">
                <a:solidFill>
                  <a:srgbClr val="BFBFBF"/>
                </a:solidFill>
                <a:latin typeface="Arial"/>
                <a:cs typeface="Arial"/>
                <a:sym typeface="Verdana" pitchFamily="34" charset="0"/>
              </a:rPr>
              <a:t>  </a:t>
            </a:r>
            <a:r>
              <a:rPr lang="en-US" sz="3600">
                <a:solidFill>
                  <a:srgbClr val="BFBFBF"/>
                </a:solidFill>
                <a:latin typeface="Arial"/>
                <a:cs typeface="Arial"/>
                <a:sym typeface="Verdana" pitchFamily="34" charset="0"/>
              </a:rPr>
              <a:t>Anna Li, Nick Steinmetz, Mehran Mesbahi, Eric Shea-Brown</a:t>
            </a:r>
            <a:r>
              <a:rPr lang="en-US" sz="3600" baseline="30000" dirty="0">
                <a:solidFill>
                  <a:srgbClr val="BFBFBF"/>
                </a:solidFill>
                <a:latin typeface="Arial"/>
                <a:cs typeface="Arial"/>
                <a:sym typeface="Verdana" pitchFamily="34" charset="0"/>
              </a:rPr>
              <a:t>  </a:t>
            </a:r>
            <a:endParaRPr lang="en-US" sz="6650" dirty="0"/>
          </a:p>
          <a:p>
            <a:pPr marL="24130" algn="ctr"/>
            <a:r>
              <a:rPr lang="en-US" sz="3600">
                <a:solidFill>
                  <a:srgbClr val="BFBFBF"/>
                </a:solidFill>
                <a:latin typeface="Arial"/>
                <a:cs typeface="Arial"/>
                <a:sym typeface="Verdana" pitchFamily="34" charset="0"/>
              </a:rPr>
              <a:t>University of Washington </a:t>
            </a:r>
            <a:endParaRPr lang="en-US" sz="3600">
              <a:solidFill>
                <a:srgbClr val="BFBFBF"/>
              </a:solidFill>
              <a:latin typeface="Arial"/>
              <a:cs typeface="Arial"/>
            </a:endParaRP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BB7B32B1-7F03-B6AB-DF31-22B6E677ACAC}"/>
              </a:ext>
            </a:extLst>
          </p:cNvPr>
          <p:cNvSpPr>
            <a:spLocks/>
          </p:cNvSpPr>
          <p:nvPr/>
        </p:nvSpPr>
        <p:spPr bwMode="auto">
          <a:xfrm>
            <a:off x="28826044" y="28090097"/>
            <a:ext cx="14616122" cy="899186"/>
          </a:xfrm>
          <a:prstGeom prst="roundRect">
            <a:avLst/>
          </a:prstGeom>
          <a:solidFill>
            <a:srgbClr val="39275B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lIns="0" tIns="0" rIns="25960" bIns="0" anchor="ctr"/>
          <a:lstStyle/>
          <a:p>
            <a:pPr marL="24341" algn="ctr"/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  <a:sym typeface="Verdana" pitchFamily="34" charset="0"/>
              </a:rPr>
              <a:t>CONCLUSIONS</a:t>
            </a:r>
          </a:p>
        </p:txBody>
      </p:sp>
      <p:pic>
        <p:nvPicPr>
          <p:cNvPr id="9" name="Picture 8" descr="UW logo-512 – UW Computational Finance &amp; Risk Management">
            <a:extLst>
              <a:ext uri="{FF2B5EF4-FFF2-40B4-BE49-F238E27FC236}">
                <a16:creationId xmlns:a16="http://schemas.microsoft.com/office/drawing/2014/main" id="{E142ED7E-4AA0-BB8C-8BEC-B29F59F27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" y="-9905"/>
            <a:ext cx="3674852" cy="27432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B293F27-F743-1579-B833-840588E764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86036" y="9067364"/>
            <a:ext cx="9049634" cy="166458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45516FE-9C10-FF97-6EF0-2A4C902CDE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30445" y="11093724"/>
            <a:ext cx="6605267" cy="169391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121A997-BC72-115A-04D7-C88EBCE2CB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203336" y="9016016"/>
            <a:ext cx="5151126" cy="279831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65D086-0742-F674-10C2-4665687D168C}"/>
              </a:ext>
            </a:extLst>
          </p:cNvPr>
          <p:cNvCxnSpPr/>
          <p:nvPr/>
        </p:nvCxnSpPr>
        <p:spPr bwMode="auto">
          <a:xfrm>
            <a:off x="22826720" y="8875661"/>
            <a:ext cx="23619" cy="4437032"/>
          </a:xfrm>
          <a:prstGeom prst="straightConnector1">
            <a:avLst/>
          </a:prstGeom>
          <a:solidFill>
            <a:srgbClr val="4F81BD"/>
          </a:solidFill>
          <a:ln w="5715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 Box 125">
            <a:extLst>
              <a:ext uri="{FF2B5EF4-FFF2-40B4-BE49-F238E27FC236}">
                <a16:creationId xmlns:a16="http://schemas.microsoft.com/office/drawing/2014/main" id="{6B80E2E2-77D1-9A8A-F097-37D299297DDD}"/>
              </a:ext>
            </a:extLst>
          </p:cNvPr>
          <p:cNvSpPr txBox="1">
            <a:spLocks/>
          </p:cNvSpPr>
          <p:nvPr/>
        </p:nvSpPr>
        <p:spPr bwMode="auto">
          <a:xfrm>
            <a:off x="13079578" y="13302903"/>
            <a:ext cx="15158143" cy="89255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60953" tIns="30476" rIns="60953" bIns="30476" anchor="t">
            <a:spAutoFit/>
          </a:bodyPr>
          <a:lstStyle>
            <a:lvl1pPr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1pPr>
            <a:lvl2pPr marL="742950" indent="-28575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2pPr>
            <a:lvl3pPr marL="11430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3pPr>
            <a:lvl4pPr marL="16002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4pPr>
            <a:lvl5pPr marL="20574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9pPr>
          </a:lstStyle>
          <a:p>
            <a:pPr algn="just"/>
            <a:r>
              <a:rPr lang="en-US" sz="3600" b="1" dirty="0">
                <a:latin typeface="Calibri"/>
                <a:ea typeface="Verdana"/>
                <a:cs typeface="Calibri"/>
              </a:rPr>
              <a:t>Controller parametrization:</a:t>
            </a:r>
            <a:endParaRPr lang="en-US" sz="36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3600" b="1" dirty="0">
                <a:latin typeface="Calibri"/>
                <a:ea typeface="Verdana"/>
                <a:cs typeface="Calibri"/>
              </a:rPr>
              <a:t>Feedforward Controller:</a:t>
            </a:r>
            <a:endParaRPr lang="en-US" sz="3600" b="1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3600" dirty="0">
                <a:latin typeface="Calibri"/>
                <a:ea typeface="Verdana"/>
                <a:cs typeface="Calibri"/>
              </a:rPr>
              <a:t>Assuming monotonic response between input and output we select a linear controller using linear regression:</a:t>
            </a:r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3600" dirty="0">
                <a:latin typeface="Calibri"/>
                <a:ea typeface="Verdana"/>
                <a:cs typeface="Calibri"/>
              </a:rPr>
              <a:t> </a:t>
            </a:r>
          </a:p>
          <a:p>
            <a:pPr algn="just"/>
            <a:r>
              <a:rPr lang="en-US" sz="3600" b="1" err="1">
                <a:latin typeface="Calibri"/>
                <a:ea typeface="Verdana"/>
                <a:cs typeface="Calibri"/>
              </a:rPr>
              <a:t>FeedBack</a:t>
            </a:r>
            <a:r>
              <a:rPr lang="en-US" sz="3600" b="1" dirty="0">
                <a:latin typeface="Calibri"/>
                <a:ea typeface="Verdana"/>
                <a:cs typeface="Calibri"/>
              </a:rPr>
              <a:t> Controller</a:t>
            </a:r>
          </a:p>
          <a:p>
            <a:pPr marL="571500" indent="-571500" algn="just">
              <a:buFont typeface="Arial"/>
              <a:buChar char="•"/>
            </a:pPr>
            <a:r>
              <a:rPr lang="en-US" sz="3600" dirty="0">
                <a:latin typeface="Calibri"/>
                <a:ea typeface="Verdana"/>
                <a:cs typeface="Calibri"/>
              </a:rPr>
              <a:t>PI control structure can guarantee stability under feasible gains, if monotonic relationship is valid:</a:t>
            </a:r>
            <a:endParaRPr lang="en-US" dirty="0">
              <a:cs typeface="Calibri"/>
            </a:endParaRPr>
          </a:p>
          <a:p>
            <a:pPr algn="just"/>
            <a:endParaRPr lang="en-US" sz="3600" dirty="0">
              <a:latin typeface="Calibri"/>
              <a:ea typeface="Verdana"/>
              <a:cs typeface="Calibri"/>
            </a:endParaRPr>
          </a:p>
          <a:p>
            <a:pPr algn="just"/>
            <a:endParaRPr lang="en-US" sz="3600" dirty="0">
              <a:latin typeface="Calibri"/>
              <a:ea typeface="Verdana"/>
              <a:cs typeface="Calibri"/>
            </a:endParaRPr>
          </a:p>
          <a:p>
            <a:pPr algn="just"/>
            <a:r>
              <a:rPr lang="en-US" sz="3600" dirty="0">
                <a:latin typeface="Calibri"/>
                <a:ea typeface="Verdana"/>
                <a:cs typeface="Calibri"/>
              </a:rPr>
              <a:t>The Averaged Linear System can be represented for latent and integral states as follows:</a:t>
            </a:r>
            <a:endParaRPr lang="en-US" sz="360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algn="just"/>
            <a:endParaRPr lang="en-US" sz="360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algn="just" eaLnBrk="1" hangingPunct="1"/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A3ADC49F-A089-7643-9D25-5977797431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576247" y="15094283"/>
            <a:ext cx="5620489" cy="667809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4C47046-B040-B62D-20DF-631D2F405B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916787" y="17169556"/>
            <a:ext cx="10162697" cy="157296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2E161370-A422-8C1A-8662-736C767F49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61869" y="19859966"/>
            <a:ext cx="6964357" cy="2419908"/>
          </a:xfrm>
          <a:prstGeom prst="rect">
            <a:avLst/>
          </a:prstGeom>
        </p:spPr>
      </p:pic>
      <p:sp>
        <p:nvSpPr>
          <p:cNvPr id="31" name="Text Box 125">
            <a:extLst>
              <a:ext uri="{FF2B5EF4-FFF2-40B4-BE49-F238E27FC236}">
                <a16:creationId xmlns:a16="http://schemas.microsoft.com/office/drawing/2014/main" id="{CBBE6B70-7517-143C-B262-6C5337FFBBAE}"/>
              </a:ext>
            </a:extLst>
          </p:cNvPr>
          <p:cNvSpPr txBox="1">
            <a:spLocks/>
          </p:cNvSpPr>
          <p:nvPr/>
        </p:nvSpPr>
        <p:spPr bwMode="auto">
          <a:xfrm>
            <a:off x="13043835" y="22524343"/>
            <a:ext cx="15015175" cy="38164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60953" tIns="30476" rIns="60953" bIns="30476" anchor="t">
            <a:spAutoFit/>
          </a:bodyPr>
          <a:lstStyle>
            <a:lvl1pPr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1pPr>
            <a:lvl2pPr marL="742950" indent="-28575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2pPr>
            <a:lvl3pPr marL="11430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3pPr>
            <a:lvl4pPr marL="16002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4pPr>
            <a:lvl5pPr marL="20574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9pPr>
          </a:lstStyle>
          <a:p>
            <a:pPr algn="just"/>
            <a:r>
              <a:rPr lang="en-US" sz="3600" b="1" dirty="0">
                <a:latin typeface="Calibri"/>
                <a:ea typeface="Verdana"/>
                <a:cs typeface="Calibri"/>
              </a:rPr>
              <a:t>Controller Evaluation</a:t>
            </a:r>
            <a:endParaRPr lang="en-US" b="1" dirty="0"/>
          </a:p>
          <a:p>
            <a:pPr marL="571500" indent="-571500" algn="just">
              <a:buFont typeface="Calibri"/>
              <a:buChar char="-"/>
            </a:pPr>
            <a:r>
              <a:rPr lang="en-US" sz="3200" dirty="0">
                <a:cs typeface="Calibri"/>
              </a:rPr>
              <a:t>The controller can be evaluated by computing the approximation of a loss function pertaining to trial averaged tracking error</a:t>
            </a:r>
            <a:endParaRPr lang="en-US" sz="3200" dirty="0">
              <a:cs typeface="Calibri" panose="020F0502020204030204" pitchFamily="34" charset="0"/>
            </a:endParaRPr>
          </a:p>
          <a:p>
            <a:pPr algn="just"/>
            <a:endParaRPr lang="en-US" sz="360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algn="just"/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Calibri"/>
              <a:buChar char="-"/>
            </a:pPr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algn="just" eaLnBrk="1" hangingPunct="1"/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33" name="Picture 3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186DA27-E55E-979B-B876-FED0389FA7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5043" y="23261446"/>
            <a:ext cx="10465556" cy="9663564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D7965002-F68D-144A-7197-8F8B85312F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64157" y="24437116"/>
            <a:ext cx="8505700" cy="1307562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52220A81-1C2B-AAE4-2A08-A5C4EB16B1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287212" y="24741917"/>
            <a:ext cx="5035498" cy="66222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02995E2-05B3-00CA-D0E5-DE3E035C78D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6711" t="-1876" r="5521" b="-1422"/>
          <a:stretch>
            <a:fillRect/>
          </a:stretch>
        </p:blipFill>
        <p:spPr>
          <a:xfrm>
            <a:off x="28850658" y="22055760"/>
            <a:ext cx="14619095" cy="6072220"/>
          </a:xfrm>
          <a:prstGeom prst="rect">
            <a:avLst/>
          </a:prstGeom>
        </p:spPr>
      </p:pic>
      <p:sp>
        <p:nvSpPr>
          <p:cNvPr id="42" name="Text Box 125">
            <a:extLst>
              <a:ext uri="{FF2B5EF4-FFF2-40B4-BE49-F238E27FC236}">
                <a16:creationId xmlns:a16="http://schemas.microsoft.com/office/drawing/2014/main" id="{DD4AE371-4B8A-0126-F4FE-B57B7DFB246B}"/>
              </a:ext>
            </a:extLst>
          </p:cNvPr>
          <p:cNvSpPr txBox="1">
            <a:spLocks/>
          </p:cNvSpPr>
          <p:nvPr/>
        </p:nvSpPr>
        <p:spPr bwMode="auto">
          <a:xfrm>
            <a:off x="13043834" y="26062802"/>
            <a:ext cx="15158143" cy="50475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60953" tIns="30476" rIns="60953" bIns="30476" anchor="t">
            <a:spAutoFit/>
          </a:bodyPr>
          <a:lstStyle>
            <a:lvl1pPr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1pPr>
            <a:lvl2pPr marL="742950" indent="-28575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2pPr>
            <a:lvl3pPr marL="11430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3pPr>
            <a:lvl4pPr marL="16002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4pPr>
            <a:lvl5pPr marL="20574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9pPr>
          </a:lstStyle>
          <a:p>
            <a:pPr algn="just"/>
            <a:r>
              <a:rPr lang="en-US" sz="3600" b="1" dirty="0">
                <a:latin typeface="Calibri"/>
                <a:ea typeface="Verdana"/>
                <a:cs typeface="Calibri"/>
              </a:rPr>
              <a:t>Data Driven Approach to Controller Optimization </a:t>
            </a:r>
            <a:endParaRPr lang="en-US" b="1" dirty="0"/>
          </a:p>
          <a:p>
            <a:pPr marL="457200" indent="-457200" algn="just">
              <a:buFont typeface="Arial"/>
              <a:buChar char="•"/>
            </a:pPr>
            <a:r>
              <a:rPr lang="en-US" sz="3200" dirty="0">
                <a:cs typeface="Calibri"/>
              </a:rPr>
              <a:t>Assuming linear system and stationarity assumptions hold, we use a model free policy optimization approach to select controller gains </a:t>
            </a:r>
            <a:r>
              <a:rPr lang="en-US" sz="3200" dirty="0" err="1">
                <a:cs typeface="Calibri"/>
              </a:rPr>
              <a:t>Kp</a:t>
            </a:r>
            <a:r>
              <a:rPr lang="en-US" sz="3200" dirty="0">
                <a:cs typeface="Calibri"/>
              </a:rPr>
              <a:t>, Ki based on controller evaluations.</a:t>
            </a:r>
            <a:endParaRPr lang="en-US" sz="3200" dirty="0"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endParaRPr lang="en-US" sz="3200" dirty="0">
              <a:cs typeface="Calibri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3200" dirty="0">
                <a:cs typeface="Calibri"/>
              </a:rPr>
              <a:t>Procedure:</a:t>
            </a:r>
          </a:p>
          <a:p>
            <a:pPr marL="1200150" lvl="1" indent="-457200" algn="just">
              <a:buFont typeface="Courier New"/>
              <a:buChar char="o"/>
            </a:pPr>
            <a:r>
              <a:rPr lang="en-US" sz="3200" dirty="0">
                <a:cs typeface="Calibri"/>
              </a:rPr>
              <a:t>Sample a policy :: K &lt;&lt; K + U</a:t>
            </a:r>
            <a:endParaRPr lang="en-US" sz="3200" dirty="0">
              <a:cs typeface="Calibri" panose="020F0502020204030204" pitchFamily="34" charset="0"/>
            </a:endParaRPr>
          </a:p>
          <a:p>
            <a:pPr marL="1200150" lvl="1" indent="-457200" algn="just">
              <a:buFont typeface="Courier New"/>
              <a:buChar char="o"/>
            </a:pPr>
            <a:r>
              <a:rPr lang="en-US" sz="3200" dirty="0">
                <a:cs typeface="Calibri"/>
              </a:rPr>
              <a:t>Collect data for N trials, compute J(K)</a:t>
            </a:r>
            <a:endParaRPr lang="en-US" sz="3200" dirty="0">
              <a:cs typeface="Calibri" panose="020F0502020204030204" pitchFamily="34" charset="0"/>
            </a:endParaRPr>
          </a:p>
          <a:p>
            <a:pPr marL="1600200" lvl="2" indent="-457200" algn="just">
              <a:buFont typeface="Arial"/>
              <a:buChar char="•"/>
            </a:pPr>
            <a:r>
              <a:rPr lang="en-US" sz="3200" dirty="0">
                <a:cs typeface="Calibri"/>
              </a:rPr>
              <a:t>Estimate gradient    </a:t>
            </a:r>
            <a:endParaRPr lang="en-US" sz="3200" dirty="0">
              <a:cs typeface="Calibri" panose="020F0502020204030204" pitchFamily="34" charset="0"/>
            </a:endParaRPr>
          </a:p>
          <a:p>
            <a:pPr marL="1200150" lvl="1" indent="-457200" algn="just">
              <a:buFont typeface="Courier New"/>
              <a:buChar char="o"/>
            </a:pPr>
            <a:r>
              <a:rPr lang="en-US" sz="3200" dirty="0">
                <a:cs typeface="Calibri"/>
              </a:rPr>
              <a:t>Gradient Descent</a:t>
            </a:r>
            <a:endParaRPr lang="en-US" sz="3200" dirty="0">
              <a:cs typeface="Calibri" panose="020F0502020204030204" pitchFamily="34" charset="0"/>
            </a:endParaRPr>
          </a:p>
        </p:txBody>
      </p:sp>
      <p:sp>
        <p:nvSpPr>
          <p:cNvPr id="43" name="Text Box 125">
            <a:extLst>
              <a:ext uri="{FF2B5EF4-FFF2-40B4-BE49-F238E27FC236}">
                <a16:creationId xmlns:a16="http://schemas.microsoft.com/office/drawing/2014/main" id="{AEB216A2-17E4-39FB-DF69-EE427E18E9B3}"/>
              </a:ext>
            </a:extLst>
          </p:cNvPr>
          <p:cNvSpPr txBox="1">
            <a:spLocks/>
          </p:cNvSpPr>
          <p:nvPr/>
        </p:nvSpPr>
        <p:spPr bwMode="auto">
          <a:xfrm>
            <a:off x="784322" y="11444317"/>
            <a:ext cx="11905620" cy="53091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60953" tIns="30476" rIns="60953" bIns="30476" anchor="t">
            <a:spAutoFit/>
          </a:bodyPr>
          <a:lstStyle>
            <a:lvl1pPr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1pPr>
            <a:lvl2pPr marL="742950" indent="-28575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2pPr>
            <a:lvl3pPr marL="11430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3pPr>
            <a:lvl4pPr marL="16002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4pPr>
            <a:lvl5pPr marL="2057400" indent="-228600" eaLnBrk="0" hangingPunct="0"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900">
                <a:solidFill>
                  <a:srgbClr val="000000"/>
                </a:solidFill>
                <a:latin typeface="Lucida Grande"/>
                <a:ea typeface="ヒラギノ角ゴ ProN W3"/>
                <a:cs typeface="ヒラギノ角ゴ ProN W3"/>
                <a:sym typeface="Lucida Grande"/>
              </a:defRPr>
            </a:lvl9pPr>
          </a:lstStyle>
          <a:p>
            <a:pPr algn="just"/>
            <a:r>
              <a:rPr lang="en-US" sz="3600" b="1" dirty="0">
                <a:latin typeface="Calibri"/>
                <a:ea typeface="Verdana"/>
                <a:cs typeface="Calibri"/>
              </a:rPr>
              <a:t>Local optogenetic stimulation causes cortical inhibition</a:t>
            </a:r>
            <a:endParaRPr lang="en-US" b="1" dirty="0">
              <a:cs typeface="Calibri"/>
            </a:endParaRPr>
          </a:p>
          <a:p>
            <a:pPr algn="just"/>
            <a:r>
              <a:rPr lang="en-US" sz="3600" b="1" dirty="0">
                <a:latin typeface="Calibri"/>
                <a:ea typeface="Verdana"/>
                <a:cs typeface="Calibri"/>
              </a:rPr>
              <a:t>-</a:t>
            </a:r>
            <a:r>
              <a:rPr lang="en-US" sz="3600" dirty="0">
                <a:latin typeface="Calibri"/>
                <a:ea typeface="Verdana"/>
                <a:cs typeface="Calibri"/>
              </a:rPr>
              <a:t>Nonlinear response with disturbance and variability across trials</a:t>
            </a:r>
            <a:r>
              <a:rPr lang="en-US" sz="3600" b="1" dirty="0">
                <a:latin typeface="Calibri"/>
                <a:ea typeface="Verdana"/>
                <a:cs typeface="Calibri"/>
              </a:rPr>
              <a:t>  </a:t>
            </a:r>
            <a:endParaRPr lang="en-US" sz="3600" dirty="0">
              <a:latin typeface="Calibri"/>
              <a:ea typeface="Verdana"/>
              <a:cs typeface="Calibri"/>
            </a:endParaRPr>
          </a:p>
          <a:p>
            <a:pPr algn="just"/>
            <a:r>
              <a:rPr lang="en-US" sz="3600" b="1" dirty="0">
                <a:latin typeface="Calibri"/>
                <a:ea typeface="Verdana"/>
                <a:cs typeface="Calibri"/>
              </a:rPr>
              <a:t>-</a:t>
            </a:r>
            <a:r>
              <a:rPr lang="en-US" sz="3600" dirty="0">
                <a:latin typeface="Calibri"/>
                <a:ea typeface="Verdana"/>
                <a:cs typeface="Calibri"/>
              </a:rPr>
              <a:t>Monotonic behavior is observed over trial averaged responses</a:t>
            </a:r>
          </a:p>
          <a:p>
            <a:pPr algn="just"/>
            <a:endParaRPr lang="en-US" b="1">
              <a:cs typeface="Calibri" panose="020F0502020204030204" pitchFamily="34" charset="0"/>
            </a:endParaRPr>
          </a:p>
          <a:p>
            <a:pPr algn="just"/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Calibri"/>
              <a:buChar char="-"/>
            </a:pPr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algn="just" eaLnBrk="1" hangingPunct="1"/>
            <a:endParaRPr lang="en-US" sz="3600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44" name="Picture 43" descr="A diagram of a laser beam&#10;&#10;AI-generated content may be incorrect.">
            <a:extLst>
              <a:ext uri="{FF2B5EF4-FFF2-40B4-BE49-F238E27FC236}">
                <a16:creationId xmlns:a16="http://schemas.microsoft.com/office/drawing/2014/main" id="{8C6FF204-E4EA-CEFD-E9C1-3D7EF04C107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8570" y="13645757"/>
            <a:ext cx="10748698" cy="3339396"/>
          </a:xfrm>
          <a:prstGeom prst="rect">
            <a:avLst/>
          </a:prstGeom>
        </p:spPr>
      </p:pic>
      <p:pic>
        <p:nvPicPr>
          <p:cNvPr id="45" name="Picture 44" descr="A cartoon of a mouse with a hat&#10;&#10;AI-generated content may be incorrect.">
            <a:extLst>
              <a:ext uri="{FF2B5EF4-FFF2-40B4-BE49-F238E27FC236}">
                <a16:creationId xmlns:a16="http://schemas.microsoft.com/office/drawing/2014/main" id="{F072E346-DD63-302F-1751-7298FA82C7A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28566" y="5287865"/>
            <a:ext cx="1832213" cy="214843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9D4C674-3D22-216F-F3EA-3EA3B8CCA68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28526" y="5275702"/>
            <a:ext cx="2777919" cy="4523630"/>
          </a:xfrm>
          <a:prstGeom prst="rect">
            <a:avLst/>
          </a:prstGeom>
        </p:spPr>
      </p:pic>
      <p:pic>
        <p:nvPicPr>
          <p:cNvPr id="48" name="Picture 47" descr="A close-up of a human eye&#10;&#10;AI-generated content may be incorrect.">
            <a:extLst>
              <a:ext uri="{FF2B5EF4-FFF2-40B4-BE49-F238E27FC236}">
                <a16:creationId xmlns:a16="http://schemas.microsoft.com/office/drawing/2014/main" id="{293EED73-B383-643E-DAAC-FCBCACF2126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28194" y="7753690"/>
            <a:ext cx="1837147" cy="1298659"/>
          </a:xfrm>
          <a:prstGeom prst="rect">
            <a:avLst/>
          </a:prstGeom>
        </p:spPr>
      </p:pic>
      <p:pic>
        <p:nvPicPr>
          <p:cNvPr id="51" name="Picture 50" descr="A graph of a function&#10;&#10;AI-generated content may be incorrect.">
            <a:extLst>
              <a:ext uri="{FF2B5EF4-FFF2-40B4-BE49-F238E27FC236}">
                <a16:creationId xmlns:a16="http://schemas.microsoft.com/office/drawing/2014/main" id="{022BAC2E-D2E5-78F9-F09F-D5BF39957C0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137185" y="27647755"/>
            <a:ext cx="6442002" cy="514424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D96A4F9-53F1-4683-A644-D7B96BD9758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640504" y="17412574"/>
            <a:ext cx="5286648" cy="4447012"/>
          </a:xfrm>
          <a:prstGeom prst="rect">
            <a:avLst/>
          </a:prstGeom>
        </p:spPr>
      </p:pic>
      <p:pic>
        <p:nvPicPr>
          <p:cNvPr id="3" name="Picture 2" descr="A diagram of a number of red and green dots&#10;&#10;AI-generated content may be incorrect.">
            <a:extLst>
              <a:ext uri="{FF2B5EF4-FFF2-40B4-BE49-F238E27FC236}">
                <a16:creationId xmlns:a16="http://schemas.microsoft.com/office/drawing/2014/main" id="{FAD95F3E-5BD4-8AE5-BF44-B68451385E9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226270" y="17418877"/>
            <a:ext cx="5520847" cy="44470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166C1B-EE00-FFAF-C2BC-1BDF07FA9E8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209204" y="7401463"/>
            <a:ext cx="11163580" cy="957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2386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4F81BD"/>
      </a:accent1>
      <a:accent2>
        <a:srgbClr val="333399"/>
      </a:accent2>
      <a:accent3>
        <a:srgbClr val="FFFFFF"/>
      </a:accent3>
      <a:accent4>
        <a:srgbClr val="000000"/>
      </a:accent4>
      <a:accent5>
        <a:srgbClr val="B2C1DB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Lucida Grande"/>
        <a:ea typeface="ヒラギノ角ゴ ProN W3"/>
        <a:cs typeface="ヒラギノ角ゴ ProN W3"/>
      </a:majorFont>
      <a:minorFont>
        <a:latin typeface="Lucida Grande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4F81BD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Lucida Grande" charset="0"/>
            <a:ea typeface="ヒラギノ角ゴ ProN W3" charset="-128"/>
            <a:cs typeface="ヒラギノ角ゴ ProN W3" charset="-128"/>
            <a:sym typeface="Lucida Grand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4F81BD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Lucida Grande" charset="0"/>
            <a:ea typeface="ヒラギノ角ゴ ProN W3" charset="-128"/>
            <a:cs typeface="ヒラギノ角ゴ ProN W3" charset="-128"/>
            <a:sym typeface="Lucida Grande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7531A0A714B547BDF634A172DC9775" ma:contentTypeVersion="1" ma:contentTypeDescription="Create a new document." ma:contentTypeScope="" ma:versionID="c4c709e69ddfa87ab64db7737409ba26">
  <xsd:schema xmlns:xsd="http://www.w3.org/2001/XMLSchema" xmlns:xs="http://www.w3.org/2001/XMLSchema" xmlns:p="http://schemas.microsoft.com/office/2006/metadata/properties" xmlns:ns3="4da326e6-a785-449c-b4eb-9eb126654edf" targetNamespace="http://schemas.microsoft.com/office/2006/metadata/properties" ma:root="true" ma:fieldsID="ed27e310dc66dfddb8780c6aa3f7c298" ns3:_="">
    <xsd:import namespace="4da326e6-a785-449c-b4eb-9eb126654edf"/>
    <xsd:element name="properties">
      <xsd:complexType>
        <xsd:sequence>
          <xsd:element name="documentManagement">
            <xsd:complexType>
              <xsd:all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a326e6-a785-449c-b4eb-9eb126654ed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F8D0D2-77B4-4B2B-8998-82FE74969A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7A784F-D6AE-409F-B1F6-A52B91AED006}">
  <ds:schemaRefs>
    <ds:schemaRef ds:uri="http://schemas.openxmlformats.org/package/2006/metadata/core-properties"/>
    <ds:schemaRef ds:uri="http://purl.org/dc/terms/"/>
    <ds:schemaRef ds:uri="http://purl.org/dc/elements/1.1/"/>
    <ds:schemaRef ds:uri="4da326e6-a785-449c-b4eb-9eb126654edf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DECEE63-B878-497F-A231-59A4D3E084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a326e6-a785-449c-b4eb-9eb126654e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5832</TotalTime>
  <Pages>0</Pages>
  <Words>416</Words>
  <Characters>0</Characters>
  <Application>Microsoft Office PowerPoint</Application>
  <PresentationFormat>Custom</PresentationFormat>
  <Lines>0</Lines>
  <Paragraphs>44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</dc:title>
  <dc:creator>Andrew Trister</dc:creator>
  <cp:lastModifiedBy>Shobha Stack</cp:lastModifiedBy>
  <cp:revision>947</cp:revision>
  <cp:lastPrinted>2010-10-28T03:50:25Z</cp:lastPrinted>
  <dcterms:created xsi:type="dcterms:W3CDTF">2010-10-28T21:43:44Z</dcterms:created>
  <dcterms:modified xsi:type="dcterms:W3CDTF">2026-05-21T16:11:10Z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0x0101001B7531A0A714B547BDF634A172DC9775</vt:lpwstr>
  </property>
  <property fmtid="{D5CDD505-2E9C-101B-9397-08002B2CF9AE}" pid="3" name="IsMyDocuments">
    <vt:bool>true</vt:bool>
  </property>
</Properties>
</file>